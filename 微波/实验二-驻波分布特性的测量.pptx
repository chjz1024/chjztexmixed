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89" r:id="rId1"/>
  </p:sldMasterIdLst>
  <p:notesMasterIdLst>
    <p:notesMasterId r:id="rId21"/>
  </p:notesMasterIdLst>
  <p:sldIdLst>
    <p:sldId id="256" r:id="rId2"/>
    <p:sldId id="284" r:id="rId3"/>
    <p:sldId id="276" r:id="rId4"/>
    <p:sldId id="260" r:id="rId5"/>
    <p:sldId id="283" r:id="rId6"/>
    <p:sldId id="282" r:id="rId7"/>
    <p:sldId id="281" r:id="rId8"/>
    <p:sldId id="280" r:id="rId9"/>
    <p:sldId id="277" r:id="rId10"/>
    <p:sldId id="279" r:id="rId11"/>
    <p:sldId id="273" r:id="rId12"/>
    <p:sldId id="267" r:id="rId13"/>
    <p:sldId id="268" r:id="rId14"/>
    <p:sldId id="275" r:id="rId15"/>
    <p:sldId id="285" r:id="rId16"/>
    <p:sldId id="274" r:id="rId17"/>
    <p:sldId id="270" r:id="rId18"/>
    <p:sldId id="269" r:id="rId19"/>
    <p:sldId id="271" r:id="rId20"/>
  </p:sldIdLst>
  <p:sldSz cx="12192000" cy="6858000"/>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098"/>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81" d="100"/>
          <a:sy n="81" d="100"/>
        </p:scale>
        <p:origin x="102" y="54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CDA00F-27AA-419E-84DD-D21AA46B8330}" type="doc">
      <dgm:prSet loTypeId="urn:microsoft.com/office/officeart/2008/layout/VerticalCurvedList" loCatId="list" qsTypeId="urn:microsoft.com/office/officeart/2005/8/quickstyle/simple1" qsCatId="simple" csTypeId="urn:microsoft.com/office/officeart/2005/8/colors/colorful2" csCatId="colorful"/>
      <dgm:spPr/>
      <dgm:t>
        <a:bodyPr/>
        <a:lstStyle/>
        <a:p>
          <a:endParaRPr lang="zh-CN" altLang="en-US"/>
        </a:p>
      </dgm:t>
    </dgm:pt>
    <dgm:pt modelId="{0F6550A1-A1C1-4780-AAED-1817B966A736}">
      <dgm:prSet/>
      <dgm:spPr/>
      <dgm:t>
        <a:bodyPr/>
        <a:lstStyle/>
        <a:p>
          <a:pPr rtl="0"/>
          <a:r>
            <a:rPr lang="zh-CN" smtClean="0"/>
            <a:t>了解测量线的调整和使用方法</a:t>
          </a:r>
          <a:endParaRPr lang="zh-CN"/>
        </a:p>
      </dgm:t>
    </dgm:pt>
    <dgm:pt modelId="{A587CBC5-9F75-4B15-A2A0-A47024DBB8AD}" type="parTrans" cxnId="{52021807-31BE-4A32-9816-98C542B603D9}">
      <dgm:prSet/>
      <dgm:spPr/>
      <dgm:t>
        <a:bodyPr/>
        <a:lstStyle/>
        <a:p>
          <a:endParaRPr lang="zh-CN" altLang="en-US"/>
        </a:p>
      </dgm:t>
    </dgm:pt>
    <dgm:pt modelId="{D4E22A82-5A6C-43F7-AB88-3B626B93014C}" type="sibTrans" cxnId="{52021807-31BE-4A32-9816-98C542B603D9}">
      <dgm:prSet/>
      <dgm:spPr/>
      <dgm:t>
        <a:bodyPr/>
        <a:lstStyle/>
        <a:p>
          <a:endParaRPr lang="zh-CN" altLang="en-US"/>
        </a:p>
      </dgm:t>
    </dgm:pt>
    <dgm:pt modelId="{FC562B97-5A1C-4CA2-91C0-2D3BF118ACC1}">
      <dgm:prSet/>
      <dgm:spPr/>
      <dgm:t>
        <a:bodyPr/>
        <a:lstStyle/>
        <a:p>
          <a:pPr rtl="0"/>
          <a:r>
            <a:rPr lang="zh-CN" smtClean="0"/>
            <a:t>通过测量观察测量线终端接不同负载（短路、开口、喇叭天线、匹配负载）时系统中形成的驻波分布情况</a:t>
          </a:r>
          <a:endParaRPr lang="zh-CN"/>
        </a:p>
      </dgm:t>
    </dgm:pt>
    <dgm:pt modelId="{519B7024-ACE1-4E5E-86A4-CB7E65BE6234}" type="parTrans" cxnId="{89B39E34-56EE-4F31-825E-E6D1F24B7D18}">
      <dgm:prSet/>
      <dgm:spPr/>
      <dgm:t>
        <a:bodyPr/>
        <a:lstStyle/>
        <a:p>
          <a:endParaRPr lang="zh-CN" altLang="en-US"/>
        </a:p>
      </dgm:t>
    </dgm:pt>
    <dgm:pt modelId="{2209F6FA-EF9C-4211-8CE6-73D27545B5E6}" type="sibTrans" cxnId="{89B39E34-56EE-4F31-825E-E6D1F24B7D18}">
      <dgm:prSet/>
      <dgm:spPr/>
      <dgm:t>
        <a:bodyPr/>
        <a:lstStyle/>
        <a:p>
          <a:endParaRPr lang="zh-CN" altLang="en-US"/>
        </a:p>
      </dgm:t>
    </dgm:pt>
    <dgm:pt modelId="{76416764-25C0-4472-B592-C2A970C81F5B}">
      <dgm:prSet/>
      <dgm:spPr/>
      <dgm:t>
        <a:bodyPr/>
        <a:lstStyle/>
        <a:p>
          <a:pPr rtl="0"/>
          <a:r>
            <a:rPr lang="zh-CN" smtClean="0"/>
            <a:t>掌握用直读法测量负载驻波比的方法 </a:t>
          </a:r>
          <a:endParaRPr lang="zh-CN"/>
        </a:p>
      </dgm:t>
    </dgm:pt>
    <dgm:pt modelId="{C5916A7A-A4B1-4DE0-AF02-45F4601F0B17}" type="parTrans" cxnId="{5E5DD138-3F18-403F-A134-4BBEC6EDABB5}">
      <dgm:prSet/>
      <dgm:spPr/>
      <dgm:t>
        <a:bodyPr/>
        <a:lstStyle/>
        <a:p>
          <a:endParaRPr lang="zh-CN" altLang="en-US"/>
        </a:p>
      </dgm:t>
    </dgm:pt>
    <dgm:pt modelId="{BF40C538-DFA9-4FA9-BCF3-51ED212462A4}" type="sibTrans" cxnId="{5E5DD138-3F18-403F-A134-4BBEC6EDABB5}">
      <dgm:prSet/>
      <dgm:spPr/>
      <dgm:t>
        <a:bodyPr/>
        <a:lstStyle/>
        <a:p>
          <a:endParaRPr lang="zh-CN" altLang="en-US"/>
        </a:p>
      </dgm:t>
    </dgm:pt>
    <dgm:pt modelId="{FA74387F-15D7-4682-8371-582084EA228C}" type="pres">
      <dgm:prSet presAssocID="{EECDA00F-27AA-419E-84DD-D21AA46B8330}" presName="Name0" presStyleCnt="0">
        <dgm:presLayoutVars>
          <dgm:chMax val="7"/>
          <dgm:chPref val="7"/>
          <dgm:dir/>
        </dgm:presLayoutVars>
      </dgm:prSet>
      <dgm:spPr/>
    </dgm:pt>
    <dgm:pt modelId="{9E3C9CC4-F1A0-4737-B7AC-DE8F80207300}" type="pres">
      <dgm:prSet presAssocID="{EECDA00F-27AA-419E-84DD-D21AA46B8330}" presName="Name1" presStyleCnt="0"/>
      <dgm:spPr/>
    </dgm:pt>
    <dgm:pt modelId="{E6BBEBA3-AD8A-43C1-8CEC-D171336C1B54}" type="pres">
      <dgm:prSet presAssocID="{EECDA00F-27AA-419E-84DD-D21AA46B8330}" presName="cycle" presStyleCnt="0"/>
      <dgm:spPr/>
    </dgm:pt>
    <dgm:pt modelId="{36E598EE-7EDA-493A-B00F-7B3A740E6FDA}" type="pres">
      <dgm:prSet presAssocID="{EECDA00F-27AA-419E-84DD-D21AA46B8330}" presName="srcNode" presStyleLbl="node1" presStyleIdx="0" presStyleCnt="3"/>
      <dgm:spPr/>
    </dgm:pt>
    <dgm:pt modelId="{42F7E076-E58F-42CD-9266-702E04236DB0}" type="pres">
      <dgm:prSet presAssocID="{EECDA00F-27AA-419E-84DD-D21AA46B8330}" presName="conn" presStyleLbl="parChTrans1D2" presStyleIdx="0" presStyleCnt="1"/>
      <dgm:spPr/>
    </dgm:pt>
    <dgm:pt modelId="{017B9EED-E865-495E-9D0D-4141CE5E35B9}" type="pres">
      <dgm:prSet presAssocID="{EECDA00F-27AA-419E-84DD-D21AA46B8330}" presName="extraNode" presStyleLbl="node1" presStyleIdx="0" presStyleCnt="3"/>
      <dgm:spPr/>
    </dgm:pt>
    <dgm:pt modelId="{EDDF9053-289F-463A-A092-A4175A5A3B3A}" type="pres">
      <dgm:prSet presAssocID="{EECDA00F-27AA-419E-84DD-D21AA46B8330}" presName="dstNode" presStyleLbl="node1" presStyleIdx="0" presStyleCnt="3"/>
      <dgm:spPr/>
    </dgm:pt>
    <dgm:pt modelId="{F6E7EFE6-2FAD-4739-9F16-ADE31C104DBE}" type="pres">
      <dgm:prSet presAssocID="{0F6550A1-A1C1-4780-AAED-1817B966A736}" presName="text_1" presStyleLbl="node1" presStyleIdx="0" presStyleCnt="3">
        <dgm:presLayoutVars>
          <dgm:bulletEnabled val="1"/>
        </dgm:presLayoutVars>
      </dgm:prSet>
      <dgm:spPr/>
    </dgm:pt>
    <dgm:pt modelId="{74F9ADDC-7D2B-480D-97AC-A79A91E38A6E}" type="pres">
      <dgm:prSet presAssocID="{0F6550A1-A1C1-4780-AAED-1817B966A736}" presName="accent_1" presStyleCnt="0"/>
      <dgm:spPr/>
    </dgm:pt>
    <dgm:pt modelId="{ACF355DD-5BBC-4C41-8BB5-8C3165F8DE0E}" type="pres">
      <dgm:prSet presAssocID="{0F6550A1-A1C1-4780-AAED-1817B966A736}" presName="accentRepeatNode" presStyleLbl="solidFgAcc1" presStyleIdx="0" presStyleCnt="3"/>
      <dgm:spPr/>
    </dgm:pt>
    <dgm:pt modelId="{4EEE083E-C2BB-4E0F-B543-D3D8D050B395}" type="pres">
      <dgm:prSet presAssocID="{FC562B97-5A1C-4CA2-91C0-2D3BF118ACC1}" presName="text_2" presStyleLbl="node1" presStyleIdx="1" presStyleCnt="3">
        <dgm:presLayoutVars>
          <dgm:bulletEnabled val="1"/>
        </dgm:presLayoutVars>
      </dgm:prSet>
      <dgm:spPr/>
    </dgm:pt>
    <dgm:pt modelId="{FEF9E5EA-CDA8-4B3C-BBC5-C80ECC105B79}" type="pres">
      <dgm:prSet presAssocID="{FC562B97-5A1C-4CA2-91C0-2D3BF118ACC1}" presName="accent_2" presStyleCnt="0"/>
      <dgm:spPr/>
    </dgm:pt>
    <dgm:pt modelId="{41923275-B7A7-4FFE-A8AB-E3B96B267024}" type="pres">
      <dgm:prSet presAssocID="{FC562B97-5A1C-4CA2-91C0-2D3BF118ACC1}" presName="accentRepeatNode" presStyleLbl="solidFgAcc1" presStyleIdx="1" presStyleCnt="3"/>
      <dgm:spPr/>
    </dgm:pt>
    <dgm:pt modelId="{85C468E9-24CD-496D-967E-22E8D2321BA8}" type="pres">
      <dgm:prSet presAssocID="{76416764-25C0-4472-B592-C2A970C81F5B}" presName="text_3" presStyleLbl="node1" presStyleIdx="2" presStyleCnt="3">
        <dgm:presLayoutVars>
          <dgm:bulletEnabled val="1"/>
        </dgm:presLayoutVars>
      </dgm:prSet>
      <dgm:spPr/>
    </dgm:pt>
    <dgm:pt modelId="{F5B95226-ED1C-4224-8881-C4CDBFB64A53}" type="pres">
      <dgm:prSet presAssocID="{76416764-25C0-4472-B592-C2A970C81F5B}" presName="accent_3" presStyleCnt="0"/>
      <dgm:spPr/>
    </dgm:pt>
    <dgm:pt modelId="{B5A69EDC-E622-4FA4-A563-CF880A8443B0}" type="pres">
      <dgm:prSet presAssocID="{76416764-25C0-4472-B592-C2A970C81F5B}" presName="accentRepeatNode" presStyleLbl="solidFgAcc1" presStyleIdx="2" presStyleCnt="3"/>
      <dgm:spPr/>
    </dgm:pt>
  </dgm:ptLst>
  <dgm:cxnLst>
    <dgm:cxn modelId="{89B39E34-56EE-4F31-825E-E6D1F24B7D18}" srcId="{EECDA00F-27AA-419E-84DD-D21AA46B8330}" destId="{FC562B97-5A1C-4CA2-91C0-2D3BF118ACC1}" srcOrd="1" destOrd="0" parTransId="{519B7024-ACE1-4E5E-86A4-CB7E65BE6234}" sibTransId="{2209F6FA-EF9C-4211-8CE6-73D27545B5E6}"/>
    <dgm:cxn modelId="{511C6AAA-1EE7-4A8B-AD7B-29439B49FDC9}" type="presOf" srcId="{FC562B97-5A1C-4CA2-91C0-2D3BF118ACC1}" destId="{4EEE083E-C2BB-4E0F-B543-D3D8D050B395}" srcOrd="0" destOrd="0" presId="urn:microsoft.com/office/officeart/2008/layout/VerticalCurvedList"/>
    <dgm:cxn modelId="{01FBF752-70D3-40DE-BEAB-FED38E5A2D43}" type="presOf" srcId="{0F6550A1-A1C1-4780-AAED-1817B966A736}" destId="{F6E7EFE6-2FAD-4739-9F16-ADE31C104DBE}" srcOrd="0" destOrd="0" presId="urn:microsoft.com/office/officeart/2008/layout/VerticalCurvedList"/>
    <dgm:cxn modelId="{4DD10E86-EC83-4256-A742-E0D8F4A646F4}" type="presOf" srcId="{D4E22A82-5A6C-43F7-AB88-3B626B93014C}" destId="{42F7E076-E58F-42CD-9266-702E04236DB0}" srcOrd="0" destOrd="0" presId="urn:microsoft.com/office/officeart/2008/layout/VerticalCurvedList"/>
    <dgm:cxn modelId="{035DDC77-000F-4A37-B44D-E0C4EA78F9E7}" type="presOf" srcId="{EECDA00F-27AA-419E-84DD-D21AA46B8330}" destId="{FA74387F-15D7-4682-8371-582084EA228C}" srcOrd="0" destOrd="0" presId="urn:microsoft.com/office/officeart/2008/layout/VerticalCurvedList"/>
    <dgm:cxn modelId="{E1F119B7-5B4B-4F23-9541-965E455661F5}" type="presOf" srcId="{76416764-25C0-4472-B592-C2A970C81F5B}" destId="{85C468E9-24CD-496D-967E-22E8D2321BA8}" srcOrd="0" destOrd="0" presId="urn:microsoft.com/office/officeart/2008/layout/VerticalCurvedList"/>
    <dgm:cxn modelId="{5E5DD138-3F18-403F-A134-4BBEC6EDABB5}" srcId="{EECDA00F-27AA-419E-84DD-D21AA46B8330}" destId="{76416764-25C0-4472-B592-C2A970C81F5B}" srcOrd="2" destOrd="0" parTransId="{C5916A7A-A4B1-4DE0-AF02-45F4601F0B17}" sibTransId="{BF40C538-DFA9-4FA9-BCF3-51ED212462A4}"/>
    <dgm:cxn modelId="{52021807-31BE-4A32-9816-98C542B603D9}" srcId="{EECDA00F-27AA-419E-84DD-D21AA46B8330}" destId="{0F6550A1-A1C1-4780-AAED-1817B966A736}" srcOrd="0" destOrd="0" parTransId="{A587CBC5-9F75-4B15-A2A0-A47024DBB8AD}" sibTransId="{D4E22A82-5A6C-43F7-AB88-3B626B93014C}"/>
    <dgm:cxn modelId="{712417E8-8501-4A4D-B7AF-8976C289A459}" type="presParOf" srcId="{FA74387F-15D7-4682-8371-582084EA228C}" destId="{9E3C9CC4-F1A0-4737-B7AC-DE8F80207300}" srcOrd="0" destOrd="0" presId="urn:microsoft.com/office/officeart/2008/layout/VerticalCurvedList"/>
    <dgm:cxn modelId="{6A8493ED-BF3C-4BD5-8112-6E6B009AA7CA}" type="presParOf" srcId="{9E3C9CC4-F1A0-4737-B7AC-DE8F80207300}" destId="{E6BBEBA3-AD8A-43C1-8CEC-D171336C1B54}" srcOrd="0" destOrd="0" presId="urn:microsoft.com/office/officeart/2008/layout/VerticalCurvedList"/>
    <dgm:cxn modelId="{7D2E4095-6D54-4184-8ECD-FF79AED14F89}" type="presParOf" srcId="{E6BBEBA3-AD8A-43C1-8CEC-D171336C1B54}" destId="{36E598EE-7EDA-493A-B00F-7B3A740E6FDA}" srcOrd="0" destOrd="0" presId="urn:microsoft.com/office/officeart/2008/layout/VerticalCurvedList"/>
    <dgm:cxn modelId="{232B8739-133E-4BF6-B24F-BF8C82ECB5CE}" type="presParOf" srcId="{E6BBEBA3-AD8A-43C1-8CEC-D171336C1B54}" destId="{42F7E076-E58F-42CD-9266-702E04236DB0}" srcOrd="1" destOrd="0" presId="urn:microsoft.com/office/officeart/2008/layout/VerticalCurvedList"/>
    <dgm:cxn modelId="{0B88D55E-F364-446D-8759-A077A69A45BD}" type="presParOf" srcId="{E6BBEBA3-AD8A-43C1-8CEC-D171336C1B54}" destId="{017B9EED-E865-495E-9D0D-4141CE5E35B9}" srcOrd="2" destOrd="0" presId="urn:microsoft.com/office/officeart/2008/layout/VerticalCurvedList"/>
    <dgm:cxn modelId="{20AD7F8B-A35B-4516-A4B0-FFC3763859AF}" type="presParOf" srcId="{E6BBEBA3-AD8A-43C1-8CEC-D171336C1B54}" destId="{EDDF9053-289F-463A-A092-A4175A5A3B3A}" srcOrd="3" destOrd="0" presId="urn:microsoft.com/office/officeart/2008/layout/VerticalCurvedList"/>
    <dgm:cxn modelId="{68C445CA-2F01-40CC-9918-0803F802812A}" type="presParOf" srcId="{9E3C9CC4-F1A0-4737-B7AC-DE8F80207300}" destId="{F6E7EFE6-2FAD-4739-9F16-ADE31C104DBE}" srcOrd="1" destOrd="0" presId="urn:microsoft.com/office/officeart/2008/layout/VerticalCurvedList"/>
    <dgm:cxn modelId="{90483096-A0FE-40A9-8DFB-F66FE0794400}" type="presParOf" srcId="{9E3C9CC4-F1A0-4737-B7AC-DE8F80207300}" destId="{74F9ADDC-7D2B-480D-97AC-A79A91E38A6E}" srcOrd="2" destOrd="0" presId="urn:microsoft.com/office/officeart/2008/layout/VerticalCurvedList"/>
    <dgm:cxn modelId="{8E6A858D-199B-463E-BC85-ED63DF4EF0D7}" type="presParOf" srcId="{74F9ADDC-7D2B-480D-97AC-A79A91E38A6E}" destId="{ACF355DD-5BBC-4C41-8BB5-8C3165F8DE0E}" srcOrd="0" destOrd="0" presId="urn:microsoft.com/office/officeart/2008/layout/VerticalCurvedList"/>
    <dgm:cxn modelId="{B8BD21C6-98EA-472A-BF93-4CA1973A314B}" type="presParOf" srcId="{9E3C9CC4-F1A0-4737-B7AC-DE8F80207300}" destId="{4EEE083E-C2BB-4E0F-B543-D3D8D050B395}" srcOrd="3" destOrd="0" presId="urn:microsoft.com/office/officeart/2008/layout/VerticalCurvedList"/>
    <dgm:cxn modelId="{021121A0-670F-4FCE-854D-5B64C2FCD85F}" type="presParOf" srcId="{9E3C9CC4-F1A0-4737-B7AC-DE8F80207300}" destId="{FEF9E5EA-CDA8-4B3C-BBC5-C80ECC105B79}" srcOrd="4" destOrd="0" presId="urn:microsoft.com/office/officeart/2008/layout/VerticalCurvedList"/>
    <dgm:cxn modelId="{D6E194E0-63D9-4B78-81C2-C36685E7CE2C}" type="presParOf" srcId="{FEF9E5EA-CDA8-4B3C-BBC5-C80ECC105B79}" destId="{41923275-B7A7-4FFE-A8AB-E3B96B267024}" srcOrd="0" destOrd="0" presId="urn:microsoft.com/office/officeart/2008/layout/VerticalCurvedList"/>
    <dgm:cxn modelId="{B6AA0786-E26C-446D-9A3C-2A247A23A41F}" type="presParOf" srcId="{9E3C9CC4-F1A0-4737-B7AC-DE8F80207300}" destId="{85C468E9-24CD-496D-967E-22E8D2321BA8}" srcOrd="5" destOrd="0" presId="urn:microsoft.com/office/officeart/2008/layout/VerticalCurvedList"/>
    <dgm:cxn modelId="{C0D0E5BB-D26B-4FD5-A1FC-6AA5650DAC8B}" type="presParOf" srcId="{9E3C9CC4-F1A0-4737-B7AC-DE8F80207300}" destId="{F5B95226-ED1C-4224-8881-C4CDBFB64A53}" srcOrd="6" destOrd="0" presId="urn:microsoft.com/office/officeart/2008/layout/VerticalCurvedList"/>
    <dgm:cxn modelId="{ABF773B3-0266-445C-8C26-7325271D3FC0}" type="presParOf" srcId="{F5B95226-ED1C-4224-8881-C4CDBFB64A53}" destId="{B5A69EDC-E622-4FA4-A563-CF880A8443B0}"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1886B1-DAB4-4FB2-9F59-242296D5DDB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zh-CN" altLang="en-US"/>
        </a:p>
      </dgm:t>
    </dgm:pt>
    <dgm:pt modelId="{B05412A1-0AAC-4F3A-985F-432B08CE2568}">
      <dgm:prSet/>
      <dgm:spPr/>
      <dgm:t>
        <a:bodyPr/>
        <a:lstStyle/>
        <a:p>
          <a:pPr rtl="0"/>
          <a:r>
            <a:rPr lang="zh-CN" dirty="0" smtClean="0"/>
            <a:t>终端短路→波节点处</a:t>
          </a:r>
          <a:r>
            <a:rPr lang="en-US" dirty="0" smtClean="0"/>
            <a:t>Y</a:t>
          </a:r>
          <a:r>
            <a:rPr lang="en-US" baseline="-25000" dirty="0" smtClean="0"/>
            <a:t>in</a:t>
          </a:r>
          <a:r>
            <a:rPr lang="en-US" dirty="0" smtClean="0"/>
            <a:t> →∞ →</a:t>
          </a:r>
          <a:r>
            <a:rPr lang="zh-CN" dirty="0" smtClean="0"/>
            <a:t>波节位置不会偏移</a:t>
          </a:r>
          <a:endParaRPr lang="zh-CN" dirty="0"/>
        </a:p>
      </dgm:t>
    </dgm:pt>
    <dgm:pt modelId="{D5C99615-2F30-4D21-A313-63099B5DFE16}" type="parTrans" cxnId="{24D6ED0E-218C-4D57-9168-9FBC45D57FE2}">
      <dgm:prSet/>
      <dgm:spPr/>
      <dgm:t>
        <a:bodyPr/>
        <a:lstStyle/>
        <a:p>
          <a:endParaRPr lang="zh-CN" altLang="en-US"/>
        </a:p>
      </dgm:t>
    </dgm:pt>
    <dgm:pt modelId="{61C5FA51-C1AC-4FB2-B150-564C9357B3EC}" type="sibTrans" cxnId="{24D6ED0E-218C-4D57-9168-9FBC45D57FE2}">
      <dgm:prSet/>
      <dgm:spPr/>
      <dgm:t>
        <a:bodyPr/>
        <a:lstStyle/>
        <a:p>
          <a:endParaRPr lang="zh-CN" altLang="en-US"/>
        </a:p>
      </dgm:t>
    </dgm:pt>
    <dgm:pt modelId="{CB456A66-E34C-45EF-9407-72426215AD03}">
      <dgm:prSet/>
      <dgm:spPr/>
      <dgm:t>
        <a:bodyPr/>
        <a:lstStyle/>
        <a:p>
          <a:pPr rtl="0"/>
          <a:r>
            <a:rPr lang="zh-CN" dirty="0" smtClean="0"/>
            <a:t>终端短路→波腹点处</a:t>
          </a:r>
          <a:r>
            <a:rPr lang="en-US" dirty="0" err="1" smtClean="0"/>
            <a:t>Y</a:t>
          </a:r>
          <a:r>
            <a:rPr lang="en-US" baseline="-25000" dirty="0" err="1" smtClean="0"/>
            <a:t>p</a:t>
          </a:r>
          <a:r>
            <a:rPr lang="en-US" dirty="0" smtClean="0"/>
            <a:t> </a:t>
          </a:r>
          <a:r>
            <a:rPr lang="zh-CN" dirty="0" smtClean="0"/>
            <a:t>影响明显 →波节位置因探针容性电纳</a:t>
          </a:r>
          <a:r>
            <a:rPr lang="en-US" dirty="0" err="1" smtClean="0"/>
            <a:t>b</a:t>
          </a:r>
          <a:r>
            <a:rPr lang="en-US" baseline="-25000" dirty="0" err="1" smtClean="0"/>
            <a:t>p</a:t>
          </a:r>
          <a:r>
            <a:rPr lang="zh-CN" dirty="0" smtClean="0"/>
            <a:t>的存在→驻波波腹点向负载方向偏移</a:t>
          </a:r>
          <a:endParaRPr lang="zh-CN" dirty="0"/>
        </a:p>
      </dgm:t>
    </dgm:pt>
    <dgm:pt modelId="{44E3ACF5-8C79-4DD1-AD28-236B804D2022}" type="parTrans" cxnId="{A8677EB8-CE5F-459E-AFE1-704D3D7D06E8}">
      <dgm:prSet/>
      <dgm:spPr/>
      <dgm:t>
        <a:bodyPr/>
        <a:lstStyle/>
        <a:p>
          <a:endParaRPr lang="zh-CN" altLang="en-US"/>
        </a:p>
      </dgm:t>
    </dgm:pt>
    <dgm:pt modelId="{30AEE090-EBA8-4226-BD1C-7BA9C1100113}" type="sibTrans" cxnId="{A8677EB8-CE5F-459E-AFE1-704D3D7D06E8}">
      <dgm:prSet/>
      <dgm:spPr/>
      <dgm:t>
        <a:bodyPr/>
        <a:lstStyle/>
        <a:p>
          <a:endParaRPr lang="zh-CN" altLang="en-US"/>
        </a:p>
      </dgm:t>
    </dgm:pt>
    <dgm:pt modelId="{D42555CE-818F-44D9-9A18-5FB386648F72}">
      <dgm:prSet/>
      <dgm:spPr/>
      <dgm:t>
        <a:bodyPr/>
        <a:lstStyle/>
        <a:p>
          <a:pPr rtl="0"/>
          <a:r>
            <a:rPr lang="zh-CN" smtClean="0"/>
            <a:t>减小</a:t>
          </a:r>
          <a:r>
            <a:rPr lang="en-US" smtClean="0"/>
            <a:t>Y</a:t>
          </a:r>
          <a:r>
            <a:rPr lang="en-US" baseline="-25000" smtClean="0"/>
            <a:t>p</a:t>
          </a:r>
          <a:r>
            <a:rPr lang="zh-CN" smtClean="0"/>
            <a:t>的影响</a:t>
          </a:r>
          <a:endParaRPr lang="zh-CN"/>
        </a:p>
      </dgm:t>
    </dgm:pt>
    <dgm:pt modelId="{20397CF3-D0BB-4046-9A59-861D3CFE7776}" type="parTrans" cxnId="{1C5C3411-5CC2-48D5-8067-89902F337CDF}">
      <dgm:prSet/>
      <dgm:spPr/>
      <dgm:t>
        <a:bodyPr/>
        <a:lstStyle/>
        <a:p>
          <a:endParaRPr lang="zh-CN" altLang="en-US"/>
        </a:p>
      </dgm:t>
    </dgm:pt>
    <dgm:pt modelId="{8A9989D2-0A84-4537-90DD-2EBE3647C413}" type="sibTrans" cxnId="{1C5C3411-5CC2-48D5-8067-89902F337CDF}">
      <dgm:prSet/>
      <dgm:spPr/>
      <dgm:t>
        <a:bodyPr/>
        <a:lstStyle/>
        <a:p>
          <a:endParaRPr lang="zh-CN" altLang="en-US"/>
        </a:p>
      </dgm:t>
    </dgm:pt>
    <dgm:pt modelId="{6771846E-7913-4771-A60D-D9052BAB57E5}">
      <dgm:prSet/>
      <dgm:spPr/>
      <dgm:t>
        <a:bodyPr/>
        <a:lstStyle/>
        <a:p>
          <a:pPr rtl="0"/>
          <a:r>
            <a:rPr lang="en-US" smtClean="0"/>
            <a:t>g</a:t>
          </a:r>
          <a:r>
            <a:rPr lang="en-US" baseline="-25000" smtClean="0"/>
            <a:t>p</a:t>
          </a:r>
          <a:r>
            <a:rPr lang="zh-CN" smtClean="0"/>
            <a:t>：适当减少探针插入深度</a:t>
          </a:r>
          <a:r>
            <a:rPr lang="en-US" smtClean="0"/>
            <a:t>;</a:t>
          </a:r>
          <a:endParaRPr lang="zh-CN"/>
        </a:p>
      </dgm:t>
    </dgm:pt>
    <dgm:pt modelId="{AF73B16F-F2E0-4189-906B-420C4DFE3851}" type="parTrans" cxnId="{7B98E165-90EA-4EC4-87B8-8FD5B28ACCE7}">
      <dgm:prSet/>
      <dgm:spPr/>
      <dgm:t>
        <a:bodyPr/>
        <a:lstStyle/>
        <a:p>
          <a:endParaRPr lang="zh-CN" altLang="en-US"/>
        </a:p>
      </dgm:t>
    </dgm:pt>
    <dgm:pt modelId="{63F6A2F5-EA3C-4424-A894-A3E5C3B400B8}" type="sibTrans" cxnId="{7B98E165-90EA-4EC4-87B8-8FD5B28ACCE7}">
      <dgm:prSet/>
      <dgm:spPr/>
      <dgm:t>
        <a:bodyPr/>
        <a:lstStyle/>
        <a:p>
          <a:endParaRPr lang="zh-CN" altLang="en-US"/>
        </a:p>
      </dgm:t>
    </dgm:pt>
    <dgm:pt modelId="{A2470428-4D4F-4E63-8B83-9097FE68C82E}">
      <dgm:prSet/>
      <dgm:spPr/>
      <dgm:t>
        <a:bodyPr/>
        <a:lstStyle/>
        <a:p>
          <a:pPr rtl="0"/>
          <a:r>
            <a:rPr lang="en-US" smtClean="0"/>
            <a:t>b</a:t>
          </a:r>
          <a:r>
            <a:rPr lang="en-US" baseline="-25000" smtClean="0"/>
            <a:t>p</a:t>
          </a:r>
          <a:r>
            <a:rPr lang="zh-CN" smtClean="0"/>
            <a:t>：调整探针的调谐电路；</a:t>
          </a:r>
          <a:endParaRPr lang="zh-CN"/>
        </a:p>
      </dgm:t>
    </dgm:pt>
    <dgm:pt modelId="{24A75698-4574-4E9D-A756-163DDB637BC9}" type="parTrans" cxnId="{4B49DBB1-542D-43B4-8311-2B262A74166B}">
      <dgm:prSet/>
      <dgm:spPr/>
      <dgm:t>
        <a:bodyPr/>
        <a:lstStyle/>
        <a:p>
          <a:endParaRPr lang="zh-CN" altLang="en-US"/>
        </a:p>
      </dgm:t>
    </dgm:pt>
    <dgm:pt modelId="{7A449233-05B2-42BF-8997-0F7195FD0655}" type="sibTrans" cxnId="{4B49DBB1-542D-43B4-8311-2B262A74166B}">
      <dgm:prSet/>
      <dgm:spPr/>
      <dgm:t>
        <a:bodyPr/>
        <a:lstStyle/>
        <a:p>
          <a:endParaRPr lang="zh-CN" altLang="en-US"/>
        </a:p>
      </dgm:t>
    </dgm:pt>
    <dgm:pt modelId="{28C41AD5-83C7-49C5-9056-D378472A42F9}" type="pres">
      <dgm:prSet presAssocID="{F61886B1-DAB4-4FB2-9F59-242296D5DDB1}" presName="linear" presStyleCnt="0">
        <dgm:presLayoutVars>
          <dgm:animLvl val="lvl"/>
          <dgm:resizeHandles val="exact"/>
        </dgm:presLayoutVars>
      </dgm:prSet>
      <dgm:spPr/>
    </dgm:pt>
    <dgm:pt modelId="{D92F611C-03EC-4F9A-A335-479324F99DB6}" type="pres">
      <dgm:prSet presAssocID="{B05412A1-0AAC-4F3A-985F-432B08CE2568}" presName="parentText" presStyleLbl="node1" presStyleIdx="0" presStyleCnt="3">
        <dgm:presLayoutVars>
          <dgm:chMax val="0"/>
          <dgm:bulletEnabled val="1"/>
        </dgm:presLayoutVars>
      </dgm:prSet>
      <dgm:spPr>
        <a:prstGeom prst="rect">
          <a:avLst/>
        </a:prstGeom>
      </dgm:spPr>
    </dgm:pt>
    <dgm:pt modelId="{A68103F4-5D17-441D-899C-6677722887D9}" type="pres">
      <dgm:prSet presAssocID="{61C5FA51-C1AC-4FB2-B150-564C9357B3EC}" presName="spacer" presStyleCnt="0"/>
      <dgm:spPr/>
    </dgm:pt>
    <dgm:pt modelId="{AF94AC93-4B46-4BB1-9A85-ED915CDFD1FD}" type="pres">
      <dgm:prSet presAssocID="{CB456A66-E34C-45EF-9407-72426215AD03}" presName="parentText" presStyleLbl="node1" presStyleIdx="1" presStyleCnt="3">
        <dgm:presLayoutVars>
          <dgm:chMax val="0"/>
          <dgm:bulletEnabled val="1"/>
        </dgm:presLayoutVars>
      </dgm:prSet>
      <dgm:spPr>
        <a:prstGeom prst="rect">
          <a:avLst/>
        </a:prstGeom>
      </dgm:spPr>
    </dgm:pt>
    <dgm:pt modelId="{06982952-2017-44FC-A756-C8A5F10FE7CA}" type="pres">
      <dgm:prSet presAssocID="{30AEE090-EBA8-4226-BD1C-7BA9C1100113}" presName="spacer" presStyleCnt="0"/>
      <dgm:spPr/>
    </dgm:pt>
    <dgm:pt modelId="{260BBFAC-8092-45DA-A909-E48AD2EDD7B1}" type="pres">
      <dgm:prSet presAssocID="{D42555CE-818F-44D9-9A18-5FB386648F72}" presName="parentText" presStyleLbl="node1" presStyleIdx="2" presStyleCnt="3">
        <dgm:presLayoutVars>
          <dgm:chMax val="0"/>
          <dgm:bulletEnabled val="1"/>
        </dgm:presLayoutVars>
      </dgm:prSet>
      <dgm:spPr>
        <a:prstGeom prst="rect">
          <a:avLst/>
        </a:prstGeom>
      </dgm:spPr>
    </dgm:pt>
    <dgm:pt modelId="{1D03A9C9-527A-4993-8142-FC6030A326BE}" type="pres">
      <dgm:prSet presAssocID="{D42555CE-818F-44D9-9A18-5FB386648F72}" presName="childText" presStyleLbl="revTx" presStyleIdx="0" presStyleCnt="1">
        <dgm:presLayoutVars>
          <dgm:bulletEnabled val="1"/>
        </dgm:presLayoutVars>
      </dgm:prSet>
      <dgm:spPr/>
    </dgm:pt>
  </dgm:ptLst>
  <dgm:cxnLst>
    <dgm:cxn modelId="{4B49DBB1-542D-43B4-8311-2B262A74166B}" srcId="{D42555CE-818F-44D9-9A18-5FB386648F72}" destId="{A2470428-4D4F-4E63-8B83-9097FE68C82E}" srcOrd="1" destOrd="0" parTransId="{24A75698-4574-4E9D-A756-163DDB637BC9}" sibTransId="{7A449233-05B2-42BF-8997-0F7195FD0655}"/>
    <dgm:cxn modelId="{001CA546-CA71-47AD-9AB4-CF854D18BB35}" type="presOf" srcId="{B05412A1-0AAC-4F3A-985F-432B08CE2568}" destId="{D92F611C-03EC-4F9A-A335-479324F99DB6}" srcOrd="0" destOrd="0" presId="urn:microsoft.com/office/officeart/2005/8/layout/vList2"/>
    <dgm:cxn modelId="{65598962-ADBF-4414-89AB-D33225687405}" type="presOf" srcId="{D42555CE-818F-44D9-9A18-5FB386648F72}" destId="{260BBFAC-8092-45DA-A909-E48AD2EDD7B1}" srcOrd="0" destOrd="0" presId="urn:microsoft.com/office/officeart/2005/8/layout/vList2"/>
    <dgm:cxn modelId="{1C5C3411-5CC2-48D5-8067-89902F337CDF}" srcId="{F61886B1-DAB4-4FB2-9F59-242296D5DDB1}" destId="{D42555CE-818F-44D9-9A18-5FB386648F72}" srcOrd="2" destOrd="0" parTransId="{20397CF3-D0BB-4046-9A59-861D3CFE7776}" sibTransId="{8A9989D2-0A84-4537-90DD-2EBE3647C413}"/>
    <dgm:cxn modelId="{A8677EB8-CE5F-459E-AFE1-704D3D7D06E8}" srcId="{F61886B1-DAB4-4FB2-9F59-242296D5DDB1}" destId="{CB456A66-E34C-45EF-9407-72426215AD03}" srcOrd="1" destOrd="0" parTransId="{44E3ACF5-8C79-4DD1-AD28-236B804D2022}" sibTransId="{30AEE090-EBA8-4226-BD1C-7BA9C1100113}"/>
    <dgm:cxn modelId="{D3835FB7-1FF5-479F-B9F9-B4410476FE30}" type="presOf" srcId="{6771846E-7913-4771-A60D-D9052BAB57E5}" destId="{1D03A9C9-527A-4993-8142-FC6030A326BE}" srcOrd="0" destOrd="0" presId="urn:microsoft.com/office/officeart/2005/8/layout/vList2"/>
    <dgm:cxn modelId="{CF445C37-2F2E-4885-9CC7-BFFFC7EE3C0D}" type="presOf" srcId="{CB456A66-E34C-45EF-9407-72426215AD03}" destId="{AF94AC93-4B46-4BB1-9A85-ED915CDFD1FD}" srcOrd="0" destOrd="0" presId="urn:microsoft.com/office/officeart/2005/8/layout/vList2"/>
    <dgm:cxn modelId="{025E95E2-8716-434D-9D8A-DC5301903BFC}" type="presOf" srcId="{A2470428-4D4F-4E63-8B83-9097FE68C82E}" destId="{1D03A9C9-527A-4993-8142-FC6030A326BE}" srcOrd="0" destOrd="1" presId="urn:microsoft.com/office/officeart/2005/8/layout/vList2"/>
    <dgm:cxn modelId="{7B98E165-90EA-4EC4-87B8-8FD5B28ACCE7}" srcId="{D42555CE-818F-44D9-9A18-5FB386648F72}" destId="{6771846E-7913-4771-A60D-D9052BAB57E5}" srcOrd="0" destOrd="0" parTransId="{AF73B16F-F2E0-4189-906B-420C4DFE3851}" sibTransId="{63F6A2F5-EA3C-4424-A894-A3E5C3B400B8}"/>
    <dgm:cxn modelId="{5F20B199-3AC1-463A-90E4-0624785FB763}" type="presOf" srcId="{F61886B1-DAB4-4FB2-9F59-242296D5DDB1}" destId="{28C41AD5-83C7-49C5-9056-D378472A42F9}" srcOrd="0" destOrd="0" presId="urn:microsoft.com/office/officeart/2005/8/layout/vList2"/>
    <dgm:cxn modelId="{24D6ED0E-218C-4D57-9168-9FBC45D57FE2}" srcId="{F61886B1-DAB4-4FB2-9F59-242296D5DDB1}" destId="{B05412A1-0AAC-4F3A-985F-432B08CE2568}" srcOrd="0" destOrd="0" parTransId="{D5C99615-2F30-4D21-A313-63099B5DFE16}" sibTransId="{61C5FA51-C1AC-4FB2-B150-564C9357B3EC}"/>
    <dgm:cxn modelId="{AF3CF032-A5E7-42BF-AC06-27178DC1CAC8}" type="presParOf" srcId="{28C41AD5-83C7-49C5-9056-D378472A42F9}" destId="{D92F611C-03EC-4F9A-A335-479324F99DB6}" srcOrd="0" destOrd="0" presId="urn:microsoft.com/office/officeart/2005/8/layout/vList2"/>
    <dgm:cxn modelId="{7B779C60-D544-40DD-8B17-EC695867661B}" type="presParOf" srcId="{28C41AD5-83C7-49C5-9056-D378472A42F9}" destId="{A68103F4-5D17-441D-899C-6677722887D9}" srcOrd="1" destOrd="0" presId="urn:microsoft.com/office/officeart/2005/8/layout/vList2"/>
    <dgm:cxn modelId="{D73F14B3-5029-4802-992E-5078D4566DF8}" type="presParOf" srcId="{28C41AD5-83C7-49C5-9056-D378472A42F9}" destId="{AF94AC93-4B46-4BB1-9A85-ED915CDFD1FD}" srcOrd="2" destOrd="0" presId="urn:microsoft.com/office/officeart/2005/8/layout/vList2"/>
    <dgm:cxn modelId="{30951E19-9CEE-4A0A-A99E-200A12F28AFD}" type="presParOf" srcId="{28C41AD5-83C7-49C5-9056-D378472A42F9}" destId="{06982952-2017-44FC-A756-C8A5F10FE7CA}" srcOrd="3" destOrd="0" presId="urn:microsoft.com/office/officeart/2005/8/layout/vList2"/>
    <dgm:cxn modelId="{ACA1A76E-98C4-483E-B0D8-612BD712FD06}" type="presParOf" srcId="{28C41AD5-83C7-49C5-9056-D378472A42F9}" destId="{260BBFAC-8092-45DA-A909-E48AD2EDD7B1}" srcOrd="4" destOrd="0" presId="urn:microsoft.com/office/officeart/2005/8/layout/vList2"/>
    <dgm:cxn modelId="{0D43C034-3CC3-4509-AD95-7D6CE71CF801}" type="presParOf" srcId="{28C41AD5-83C7-49C5-9056-D378472A42F9}" destId="{1D03A9C9-527A-4993-8142-FC6030A326BE}"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721D19D-46A7-4058-99ED-229E538A9075}" type="doc">
      <dgm:prSet loTypeId="urn:microsoft.com/office/officeart/2005/8/layout/target3" loCatId="relationship" qsTypeId="urn:microsoft.com/office/officeart/2005/8/quickstyle/simple1" qsCatId="simple" csTypeId="urn:microsoft.com/office/officeart/2005/8/colors/colorful2" csCatId="colorful" phldr="1"/>
      <dgm:spPr/>
      <dgm:t>
        <a:bodyPr/>
        <a:lstStyle/>
        <a:p>
          <a:endParaRPr lang="zh-CN" altLang="en-US"/>
        </a:p>
      </dgm:t>
    </dgm:pt>
    <dgm:pt modelId="{D140C05D-6B91-4D28-B61A-1F9F7E41B9A2}">
      <dgm:prSet/>
      <dgm:spPr/>
      <dgm:t>
        <a:bodyPr/>
        <a:lstStyle/>
        <a:p>
          <a:pPr rtl="0"/>
          <a:r>
            <a:rPr lang="zh-CN" smtClean="0"/>
            <a:t>调整方法</a:t>
          </a:r>
          <a:endParaRPr lang="zh-CN"/>
        </a:p>
      </dgm:t>
    </dgm:pt>
    <dgm:pt modelId="{93200506-7887-4951-BB10-0C9F55DF23F4}" type="parTrans" cxnId="{E4524085-6453-438B-988C-906EC2405761}">
      <dgm:prSet/>
      <dgm:spPr/>
      <dgm:t>
        <a:bodyPr/>
        <a:lstStyle/>
        <a:p>
          <a:endParaRPr lang="zh-CN" altLang="en-US"/>
        </a:p>
      </dgm:t>
    </dgm:pt>
    <dgm:pt modelId="{6D961B5F-A995-424C-9ABE-74D43785D88F}" type="sibTrans" cxnId="{E4524085-6453-438B-988C-906EC2405761}">
      <dgm:prSet/>
      <dgm:spPr/>
      <dgm:t>
        <a:bodyPr/>
        <a:lstStyle/>
        <a:p>
          <a:endParaRPr lang="zh-CN" altLang="en-US"/>
        </a:p>
      </dgm:t>
    </dgm:pt>
    <dgm:pt modelId="{15DFF591-A52C-4F4D-9DDE-9CE7C4A1198A}">
      <dgm:prSet/>
      <dgm:spPr/>
      <dgm:t>
        <a:bodyPr/>
        <a:lstStyle/>
        <a:p>
          <a:pPr rtl="0"/>
          <a:r>
            <a:rPr lang="zh-CN" smtClean="0"/>
            <a:t>探针深度：</a:t>
          </a:r>
          <a:r>
            <a:rPr lang="en-US" smtClean="0"/>
            <a:t>1.0~1.5mm(</a:t>
          </a:r>
          <a:r>
            <a:rPr lang="zh-CN" smtClean="0"/>
            <a:t>一般不需调整</a:t>
          </a:r>
          <a:r>
            <a:rPr lang="en-US" smtClean="0"/>
            <a:t>!)</a:t>
          </a:r>
          <a:endParaRPr lang="zh-CN"/>
        </a:p>
      </dgm:t>
    </dgm:pt>
    <dgm:pt modelId="{6267B14B-523B-48DE-83E4-A43833A3161C}" type="parTrans" cxnId="{7B06542A-B6CF-4B66-807C-0E11C8AE2CAA}">
      <dgm:prSet/>
      <dgm:spPr/>
      <dgm:t>
        <a:bodyPr/>
        <a:lstStyle/>
        <a:p>
          <a:endParaRPr lang="zh-CN" altLang="en-US"/>
        </a:p>
      </dgm:t>
    </dgm:pt>
    <dgm:pt modelId="{E3314B0C-86D7-4BEB-8362-063C16784C0C}" type="sibTrans" cxnId="{7B06542A-B6CF-4B66-807C-0E11C8AE2CAA}">
      <dgm:prSet/>
      <dgm:spPr/>
      <dgm:t>
        <a:bodyPr/>
        <a:lstStyle/>
        <a:p>
          <a:endParaRPr lang="zh-CN" altLang="en-US"/>
        </a:p>
      </dgm:t>
    </dgm:pt>
    <dgm:pt modelId="{5F879B5E-D5F8-4FC8-8BE8-5399D1CC6E69}">
      <dgm:prSet/>
      <dgm:spPr/>
      <dgm:t>
        <a:bodyPr/>
        <a:lstStyle/>
        <a:p>
          <a:pPr rtl="0"/>
          <a:r>
            <a:rPr lang="zh-CN" smtClean="0"/>
            <a:t>终端短路</a:t>
          </a:r>
          <a:endParaRPr lang="zh-CN"/>
        </a:p>
      </dgm:t>
    </dgm:pt>
    <dgm:pt modelId="{7609B2A5-3B1A-444B-ADA7-1FE12E204F9E}" type="parTrans" cxnId="{E5753090-AE36-4698-8F4C-9C5BFEFCC431}">
      <dgm:prSet/>
      <dgm:spPr/>
      <dgm:t>
        <a:bodyPr/>
        <a:lstStyle/>
        <a:p>
          <a:endParaRPr lang="zh-CN" altLang="en-US"/>
        </a:p>
      </dgm:t>
    </dgm:pt>
    <dgm:pt modelId="{567B34B9-F25C-432C-A0EF-68DF80EACBFE}" type="sibTrans" cxnId="{E5753090-AE36-4698-8F4C-9C5BFEFCC431}">
      <dgm:prSet/>
      <dgm:spPr/>
      <dgm:t>
        <a:bodyPr/>
        <a:lstStyle/>
        <a:p>
          <a:endParaRPr lang="zh-CN" altLang="en-US"/>
        </a:p>
      </dgm:t>
    </dgm:pt>
    <dgm:pt modelId="{51A3B706-2798-45F6-BF67-6920ED55B9D3}">
      <dgm:prSet/>
      <dgm:spPr/>
      <dgm:t>
        <a:bodyPr/>
        <a:lstStyle/>
        <a:p>
          <a:pPr rtl="0"/>
          <a:r>
            <a:rPr lang="zh-CN" dirty="0" smtClean="0"/>
            <a:t>探针移至波腹位置</a:t>
          </a:r>
          <a:endParaRPr lang="zh-CN" dirty="0"/>
        </a:p>
      </dgm:t>
    </dgm:pt>
    <dgm:pt modelId="{43876F06-BE94-4890-8E9A-38D7F0EFA437}" type="parTrans" cxnId="{9D6659B6-F28D-4146-9611-169D3D7CB964}">
      <dgm:prSet/>
      <dgm:spPr/>
      <dgm:t>
        <a:bodyPr/>
        <a:lstStyle/>
        <a:p>
          <a:endParaRPr lang="zh-CN" altLang="en-US"/>
        </a:p>
      </dgm:t>
    </dgm:pt>
    <dgm:pt modelId="{85EAFE46-C985-4F6B-BCDA-B674E625406E}" type="sibTrans" cxnId="{9D6659B6-F28D-4146-9611-169D3D7CB964}">
      <dgm:prSet/>
      <dgm:spPr/>
      <dgm:t>
        <a:bodyPr/>
        <a:lstStyle/>
        <a:p>
          <a:endParaRPr lang="zh-CN" altLang="en-US"/>
        </a:p>
      </dgm:t>
    </dgm:pt>
    <dgm:pt modelId="{4F5AADDC-1638-419E-9356-CD5D3164258F}">
      <dgm:prSet/>
      <dgm:spPr/>
      <dgm:t>
        <a:bodyPr/>
        <a:lstStyle/>
        <a:p>
          <a:pPr rtl="0"/>
          <a:r>
            <a:rPr lang="zh-CN" dirty="0" smtClean="0"/>
            <a:t>调节测量线上的调谐活塞</a:t>
          </a:r>
          <a:endParaRPr lang="zh-CN" dirty="0"/>
        </a:p>
      </dgm:t>
    </dgm:pt>
    <dgm:pt modelId="{45EAAC23-B8C5-4D50-B472-E8E341A76840}" type="parTrans" cxnId="{8707D5D2-4068-48CC-9CD3-D8D1E173C89E}">
      <dgm:prSet/>
      <dgm:spPr/>
      <dgm:t>
        <a:bodyPr/>
        <a:lstStyle/>
        <a:p>
          <a:endParaRPr lang="zh-CN" altLang="en-US"/>
        </a:p>
      </dgm:t>
    </dgm:pt>
    <dgm:pt modelId="{66C0BE05-A7D5-45C4-BCFA-2FA88179B07C}" type="sibTrans" cxnId="{8707D5D2-4068-48CC-9CD3-D8D1E173C89E}">
      <dgm:prSet/>
      <dgm:spPr/>
      <dgm:t>
        <a:bodyPr/>
        <a:lstStyle/>
        <a:p>
          <a:endParaRPr lang="zh-CN" altLang="en-US"/>
        </a:p>
      </dgm:t>
    </dgm:pt>
    <dgm:pt modelId="{5A1932FD-A085-4F28-85FC-7A5775213964}">
      <dgm:prSet/>
      <dgm:spPr/>
      <dgm:t>
        <a:bodyPr/>
        <a:lstStyle/>
        <a:p>
          <a:pPr rtl="0"/>
          <a:r>
            <a:rPr lang="zh-CN" dirty="0" smtClean="0"/>
            <a:t>选放指示最大</a:t>
          </a:r>
          <a:endParaRPr lang="zh-CN" dirty="0"/>
        </a:p>
      </dgm:t>
    </dgm:pt>
    <dgm:pt modelId="{63E87B08-2F66-44AE-AD0B-A42BAACD11FE}" type="parTrans" cxnId="{D49EBCBF-86FA-41FE-A121-511976BC7ADF}">
      <dgm:prSet/>
      <dgm:spPr/>
      <dgm:t>
        <a:bodyPr/>
        <a:lstStyle/>
        <a:p>
          <a:endParaRPr lang="zh-CN" altLang="en-US"/>
        </a:p>
      </dgm:t>
    </dgm:pt>
    <dgm:pt modelId="{67DC76A4-028C-415A-B637-2329C470139D}" type="sibTrans" cxnId="{D49EBCBF-86FA-41FE-A121-511976BC7ADF}">
      <dgm:prSet/>
      <dgm:spPr/>
      <dgm:t>
        <a:bodyPr/>
        <a:lstStyle/>
        <a:p>
          <a:endParaRPr lang="zh-CN" altLang="en-US"/>
        </a:p>
      </dgm:t>
    </dgm:pt>
    <dgm:pt modelId="{E93D0C82-C4DE-41A5-881C-01027F189E9E}">
      <dgm:prSet/>
      <dgm:spPr/>
      <dgm:t>
        <a:bodyPr/>
        <a:lstStyle/>
        <a:p>
          <a:pPr rtl="0"/>
          <a:r>
            <a:rPr lang="zh-CN" smtClean="0"/>
            <a:t>测量之前</a:t>
          </a:r>
          <a:r>
            <a:rPr lang="en-US" smtClean="0"/>
            <a:t>,</a:t>
          </a:r>
          <a:r>
            <a:rPr lang="zh-CN" smtClean="0"/>
            <a:t>先移动测量线探针观察某个波节点到相邻波腹点之间的间隔</a:t>
          </a:r>
          <a:r>
            <a:rPr lang="en-US" smtClean="0"/>
            <a:t>,</a:t>
          </a:r>
          <a:r>
            <a:rPr lang="zh-CN" smtClean="0"/>
            <a:t>如果比四分之一波导波长大</a:t>
          </a:r>
          <a:r>
            <a:rPr lang="en-US" smtClean="0"/>
            <a:t>(</a:t>
          </a:r>
          <a:r>
            <a:rPr lang="zh-CN" smtClean="0"/>
            <a:t>或小</a:t>
          </a:r>
          <a:r>
            <a:rPr lang="en-US" smtClean="0"/>
            <a:t>)</a:t>
          </a:r>
          <a:r>
            <a:rPr lang="zh-CN" smtClean="0"/>
            <a:t>很多</a:t>
          </a:r>
          <a:r>
            <a:rPr lang="en-US" smtClean="0"/>
            <a:t>,</a:t>
          </a:r>
          <a:r>
            <a:rPr lang="zh-CN" smtClean="0"/>
            <a:t>就需要进行调谐</a:t>
          </a:r>
          <a:endParaRPr lang="zh-CN"/>
        </a:p>
      </dgm:t>
    </dgm:pt>
    <dgm:pt modelId="{8923F6C6-6FC4-48B1-B70A-42FCF455A09A}" type="parTrans" cxnId="{5103798F-6E7C-4077-8FCF-C0FACF8D3A0E}">
      <dgm:prSet/>
      <dgm:spPr/>
      <dgm:t>
        <a:bodyPr/>
        <a:lstStyle/>
        <a:p>
          <a:endParaRPr lang="zh-CN" altLang="en-US"/>
        </a:p>
      </dgm:t>
    </dgm:pt>
    <dgm:pt modelId="{95F78A86-644D-48EE-9C2C-4A5DCE6FF64F}" type="sibTrans" cxnId="{5103798F-6E7C-4077-8FCF-C0FACF8D3A0E}">
      <dgm:prSet/>
      <dgm:spPr/>
      <dgm:t>
        <a:bodyPr/>
        <a:lstStyle/>
        <a:p>
          <a:endParaRPr lang="zh-CN" altLang="en-US"/>
        </a:p>
      </dgm:t>
    </dgm:pt>
    <dgm:pt modelId="{FF14D0E9-4904-475C-8CB5-B794C24214D8}">
      <dgm:prSet/>
      <dgm:spPr/>
      <dgm:t>
        <a:bodyPr/>
        <a:lstStyle/>
        <a:p>
          <a:pPr rtl="0"/>
          <a:r>
            <a:rPr lang="zh-CN" smtClean="0"/>
            <a:t>注意事项</a:t>
          </a:r>
          <a:endParaRPr lang="zh-CN"/>
        </a:p>
      </dgm:t>
    </dgm:pt>
    <dgm:pt modelId="{4E376ABC-910A-4535-A8F5-38F99F844B5B}" type="parTrans" cxnId="{7A48CB66-B425-4AFA-AC85-A8D4DA552A00}">
      <dgm:prSet/>
      <dgm:spPr/>
      <dgm:t>
        <a:bodyPr/>
        <a:lstStyle/>
        <a:p>
          <a:endParaRPr lang="zh-CN" altLang="en-US"/>
        </a:p>
      </dgm:t>
    </dgm:pt>
    <dgm:pt modelId="{53083B76-99BB-4649-9039-C2B53B8B06A3}" type="sibTrans" cxnId="{7A48CB66-B425-4AFA-AC85-A8D4DA552A00}">
      <dgm:prSet/>
      <dgm:spPr/>
      <dgm:t>
        <a:bodyPr/>
        <a:lstStyle/>
        <a:p>
          <a:endParaRPr lang="zh-CN" altLang="en-US"/>
        </a:p>
      </dgm:t>
    </dgm:pt>
    <dgm:pt modelId="{DFC0BFA9-61E1-4E02-BB5D-B614F3683400}">
      <dgm:prSet/>
      <dgm:spPr/>
      <dgm:t>
        <a:bodyPr/>
        <a:lstStyle/>
        <a:p>
          <a:pPr rtl="0"/>
          <a:r>
            <a:rPr lang="zh-CN" smtClean="0"/>
            <a:t>频率改变，调谐要重新进行！</a:t>
          </a:r>
          <a:endParaRPr lang="zh-CN"/>
        </a:p>
      </dgm:t>
    </dgm:pt>
    <dgm:pt modelId="{BEDEFBDC-A409-4FA0-ADE4-CD1362CA4F31}" type="parTrans" cxnId="{E1FA9094-E5C5-4157-8A1D-AD5487539028}">
      <dgm:prSet/>
      <dgm:spPr/>
      <dgm:t>
        <a:bodyPr/>
        <a:lstStyle/>
        <a:p>
          <a:endParaRPr lang="zh-CN" altLang="en-US"/>
        </a:p>
      </dgm:t>
    </dgm:pt>
    <dgm:pt modelId="{A84F494B-7F99-4118-ACD2-85DB60FB9D8C}" type="sibTrans" cxnId="{E1FA9094-E5C5-4157-8A1D-AD5487539028}">
      <dgm:prSet/>
      <dgm:spPr/>
      <dgm:t>
        <a:bodyPr/>
        <a:lstStyle/>
        <a:p>
          <a:endParaRPr lang="zh-CN" altLang="en-US"/>
        </a:p>
      </dgm:t>
    </dgm:pt>
    <dgm:pt modelId="{A11E6196-126A-4179-A981-980EC729B962}" type="pres">
      <dgm:prSet presAssocID="{0721D19D-46A7-4058-99ED-229E538A9075}" presName="Name0" presStyleCnt="0">
        <dgm:presLayoutVars>
          <dgm:chMax val="7"/>
          <dgm:dir/>
          <dgm:animLvl val="lvl"/>
          <dgm:resizeHandles val="exact"/>
        </dgm:presLayoutVars>
      </dgm:prSet>
      <dgm:spPr/>
    </dgm:pt>
    <dgm:pt modelId="{742FF216-6BAF-48E2-8CB6-631728F7B609}" type="pres">
      <dgm:prSet presAssocID="{D140C05D-6B91-4D28-B61A-1F9F7E41B9A2}" presName="circle1" presStyleLbl="node1" presStyleIdx="0" presStyleCnt="2"/>
      <dgm:spPr/>
    </dgm:pt>
    <dgm:pt modelId="{1D283640-1CFA-4C4E-BBBB-EE3D7D17764B}" type="pres">
      <dgm:prSet presAssocID="{D140C05D-6B91-4D28-B61A-1F9F7E41B9A2}" presName="space" presStyleCnt="0"/>
      <dgm:spPr/>
    </dgm:pt>
    <dgm:pt modelId="{BDCBABA6-088B-4948-87C2-A22FA93B8573}" type="pres">
      <dgm:prSet presAssocID="{D140C05D-6B91-4D28-B61A-1F9F7E41B9A2}" presName="rect1" presStyleLbl="alignAcc1" presStyleIdx="0" presStyleCnt="2"/>
      <dgm:spPr/>
    </dgm:pt>
    <dgm:pt modelId="{69A90DBF-1F32-4340-A2DE-63EB2C19B6D9}" type="pres">
      <dgm:prSet presAssocID="{FF14D0E9-4904-475C-8CB5-B794C24214D8}" presName="vertSpace2" presStyleLbl="node1" presStyleIdx="0" presStyleCnt="2"/>
      <dgm:spPr/>
    </dgm:pt>
    <dgm:pt modelId="{C8C29E34-5A7E-4BED-8232-AD045CDA9FDA}" type="pres">
      <dgm:prSet presAssocID="{FF14D0E9-4904-475C-8CB5-B794C24214D8}" presName="circle2" presStyleLbl="node1" presStyleIdx="1" presStyleCnt="2"/>
      <dgm:spPr/>
    </dgm:pt>
    <dgm:pt modelId="{094D3C05-7D17-4885-A8E6-4FA8105918FE}" type="pres">
      <dgm:prSet presAssocID="{FF14D0E9-4904-475C-8CB5-B794C24214D8}" presName="rect2" presStyleLbl="alignAcc1" presStyleIdx="1" presStyleCnt="2"/>
      <dgm:spPr/>
    </dgm:pt>
    <dgm:pt modelId="{B21AA70D-F3DA-4B39-90CC-FFEFB6432C7F}" type="pres">
      <dgm:prSet presAssocID="{D140C05D-6B91-4D28-B61A-1F9F7E41B9A2}" presName="rect1ParTx" presStyleLbl="alignAcc1" presStyleIdx="1" presStyleCnt="2">
        <dgm:presLayoutVars>
          <dgm:chMax val="1"/>
          <dgm:bulletEnabled val="1"/>
        </dgm:presLayoutVars>
      </dgm:prSet>
      <dgm:spPr/>
    </dgm:pt>
    <dgm:pt modelId="{20870ED1-441D-45A9-A005-C8FD02682CC3}" type="pres">
      <dgm:prSet presAssocID="{D140C05D-6B91-4D28-B61A-1F9F7E41B9A2}" presName="rect1ChTx" presStyleLbl="alignAcc1" presStyleIdx="1" presStyleCnt="2">
        <dgm:presLayoutVars>
          <dgm:bulletEnabled val="1"/>
        </dgm:presLayoutVars>
      </dgm:prSet>
      <dgm:spPr/>
      <dgm:t>
        <a:bodyPr/>
        <a:lstStyle/>
        <a:p>
          <a:endParaRPr lang="zh-CN" altLang="en-US"/>
        </a:p>
      </dgm:t>
    </dgm:pt>
    <dgm:pt modelId="{5C359B03-8B8B-44FF-8C76-8DFAE1ADE276}" type="pres">
      <dgm:prSet presAssocID="{FF14D0E9-4904-475C-8CB5-B794C24214D8}" presName="rect2ParTx" presStyleLbl="alignAcc1" presStyleIdx="1" presStyleCnt="2">
        <dgm:presLayoutVars>
          <dgm:chMax val="1"/>
          <dgm:bulletEnabled val="1"/>
        </dgm:presLayoutVars>
      </dgm:prSet>
      <dgm:spPr/>
    </dgm:pt>
    <dgm:pt modelId="{E0F18B25-C6B7-4661-B1A9-9B1D782DCF64}" type="pres">
      <dgm:prSet presAssocID="{FF14D0E9-4904-475C-8CB5-B794C24214D8}" presName="rect2ChTx" presStyleLbl="alignAcc1" presStyleIdx="1" presStyleCnt="2">
        <dgm:presLayoutVars>
          <dgm:bulletEnabled val="1"/>
        </dgm:presLayoutVars>
      </dgm:prSet>
      <dgm:spPr/>
    </dgm:pt>
  </dgm:ptLst>
  <dgm:cxnLst>
    <dgm:cxn modelId="{E2583D7A-C78E-485C-AF99-09D77D911095}" type="presOf" srcId="{DFC0BFA9-61E1-4E02-BB5D-B614F3683400}" destId="{E0F18B25-C6B7-4661-B1A9-9B1D782DCF64}" srcOrd="0" destOrd="0" presId="urn:microsoft.com/office/officeart/2005/8/layout/target3"/>
    <dgm:cxn modelId="{E1FA9094-E5C5-4157-8A1D-AD5487539028}" srcId="{FF14D0E9-4904-475C-8CB5-B794C24214D8}" destId="{DFC0BFA9-61E1-4E02-BB5D-B614F3683400}" srcOrd="0" destOrd="0" parTransId="{BEDEFBDC-A409-4FA0-ADE4-CD1362CA4F31}" sibTransId="{A84F494B-7F99-4118-ACD2-85DB60FB9D8C}"/>
    <dgm:cxn modelId="{FC839C5C-F90C-4F35-A693-027A0FDEAE71}" type="presOf" srcId="{5A1932FD-A085-4F28-85FC-7A5775213964}" destId="{20870ED1-441D-45A9-A005-C8FD02682CC3}" srcOrd="0" destOrd="4" presId="urn:microsoft.com/office/officeart/2005/8/layout/target3"/>
    <dgm:cxn modelId="{BCA9CAA5-3F28-40FA-9F52-CEC0651208F5}" type="presOf" srcId="{FF14D0E9-4904-475C-8CB5-B794C24214D8}" destId="{5C359B03-8B8B-44FF-8C76-8DFAE1ADE276}" srcOrd="1" destOrd="0" presId="urn:microsoft.com/office/officeart/2005/8/layout/target3"/>
    <dgm:cxn modelId="{B0CCDADD-52C5-441D-8BF2-C02282274E5F}" type="presOf" srcId="{D140C05D-6B91-4D28-B61A-1F9F7E41B9A2}" destId="{BDCBABA6-088B-4948-87C2-A22FA93B8573}" srcOrd="0" destOrd="0" presId="urn:microsoft.com/office/officeart/2005/8/layout/target3"/>
    <dgm:cxn modelId="{9844E21F-8E23-4E7C-9BDF-5BC384D18C52}" type="presOf" srcId="{15DFF591-A52C-4F4D-9DDE-9CE7C4A1198A}" destId="{20870ED1-441D-45A9-A005-C8FD02682CC3}" srcOrd="0" destOrd="0" presId="urn:microsoft.com/office/officeart/2005/8/layout/target3"/>
    <dgm:cxn modelId="{E4524085-6453-438B-988C-906EC2405761}" srcId="{0721D19D-46A7-4058-99ED-229E538A9075}" destId="{D140C05D-6B91-4D28-B61A-1F9F7E41B9A2}" srcOrd="0" destOrd="0" parTransId="{93200506-7887-4951-BB10-0C9F55DF23F4}" sibTransId="{6D961B5F-A995-424C-9ABE-74D43785D88F}"/>
    <dgm:cxn modelId="{9D6659B6-F28D-4146-9611-169D3D7CB964}" srcId="{5F879B5E-D5F8-4FC8-8BE8-5399D1CC6E69}" destId="{51A3B706-2798-45F6-BF67-6920ED55B9D3}" srcOrd="0" destOrd="0" parTransId="{43876F06-BE94-4890-8E9A-38D7F0EFA437}" sibTransId="{85EAFE46-C985-4F6B-BCDA-B674E625406E}"/>
    <dgm:cxn modelId="{E5753090-AE36-4698-8F4C-9C5BFEFCC431}" srcId="{D140C05D-6B91-4D28-B61A-1F9F7E41B9A2}" destId="{5F879B5E-D5F8-4FC8-8BE8-5399D1CC6E69}" srcOrd="1" destOrd="0" parTransId="{7609B2A5-3B1A-444B-ADA7-1FE12E204F9E}" sibTransId="{567B34B9-F25C-432C-A0EF-68DF80EACBFE}"/>
    <dgm:cxn modelId="{80D1FEF1-D597-424E-AA2B-A4F84748FFB6}" type="presOf" srcId="{4F5AADDC-1638-419E-9356-CD5D3164258F}" destId="{20870ED1-441D-45A9-A005-C8FD02682CC3}" srcOrd="0" destOrd="3" presId="urn:microsoft.com/office/officeart/2005/8/layout/target3"/>
    <dgm:cxn modelId="{8707D5D2-4068-48CC-9CD3-D8D1E173C89E}" srcId="{5F879B5E-D5F8-4FC8-8BE8-5399D1CC6E69}" destId="{4F5AADDC-1638-419E-9356-CD5D3164258F}" srcOrd="1" destOrd="0" parTransId="{45EAAC23-B8C5-4D50-B472-E8E341A76840}" sibTransId="{66C0BE05-A7D5-45C4-BCFA-2FA88179B07C}"/>
    <dgm:cxn modelId="{3C7A016A-3FF4-4483-BE2D-B1706276BA77}" type="presOf" srcId="{FF14D0E9-4904-475C-8CB5-B794C24214D8}" destId="{094D3C05-7D17-4885-A8E6-4FA8105918FE}" srcOrd="0" destOrd="0" presId="urn:microsoft.com/office/officeart/2005/8/layout/target3"/>
    <dgm:cxn modelId="{F2627E66-D859-4041-AB3D-18C9A56FFC89}" type="presOf" srcId="{0721D19D-46A7-4058-99ED-229E538A9075}" destId="{A11E6196-126A-4179-A981-980EC729B962}" srcOrd="0" destOrd="0" presId="urn:microsoft.com/office/officeart/2005/8/layout/target3"/>
    <dgm:cxn modelId="{14FAFFD7-3564-4658-9654-E4FF2E30B24F}" type="presOf" srcId="{5F879B5E-D5F8-4FC8-8BE8-5399D1CC6E69}" destId="{20870ED1-441D-45A9-A005-C8FD02682CC3}" srcOrd="0" destOrd="1" presId="urn:microsoft.com/office/officeart/2005/8/layout/target3"/>
    <dgm:cxn modelId="{7B06542A-B6CF-4B66-807C-0E11C8AE2CAA}" srcId="{D140C05D-6B91-4D28-B61A-1F9F7E41B9A2}" destId="{15DFF591-A52C-4F4D-9DDE-9CE7C4A1198A}" srcOrd="0" destOrd="0" parTransId="{6267B14B-523B-48DE-83E4-A43833A3161C}" sibTransId="{E3314B0C-86D7-4BEB-8362-063C16784C0C}"/>
    <dgm:cxn modelId="{2FB4C2CF-0349-483A-A152-5E611372542B}" type="presOf" srcId="{51A3B706-2798-45F6-BF67-6920ED55B9D3}" destId="{20870ED1-441D-45A9-A005-C8FD02682CC3}" srcOrd="0" destOrd="2" presId="urn:microsoft.com/office/officeart/2005/8/layout/target3"/>
    <dgm:cxn modelId="{4622F356-7B55-419D-9DFC-EBD6411E51DE}" type="presOf" srcId="{D140C05D-6B91-4D28-B61A-1F9F7E41B9A2}" destId="{B21AA70D-F3DA-4B39-90CC-FFEFB6432C7F}" srcOrd="1" destOrd="0" presId="urn:microsoft.com/office/officeart/2005/8/layout/target3"/>
    <dgm:cxn modelId="{5103798F-6E7C-4077-8FCF-C0FACF8D3A0E}" srcId="{5F879B5E-D5F8-4FC8-8BE8-5399D1CC6E69}" destId="{E93D0C82-C4DE-41A5-881C-01027F189E9E}" srcOrd="3" destOrd="0" parTransId="{8923F6C6-6FC4-48B1-B70A-42FCF455A09A}" sibTransId="{95F78A86-644D-48EE-9C2C-4A5DCE6FF64F}"/>
    <dgm:cxn modelId="{7A48CB66-B425-4AFA-AC85-A8D4DA552A00}" srcId="{0721D19D-46A7-4058-99ED-229E538A9075}" destId="{FF14D0E9-4904-475C-8CB5-B794C24214D8}" srcOrd="1" destOrd="0" parTransId="{4E376ABC-910A-4535-A8F5-38F99F844B5B}" sibTransId="{53083B76-99BB-4649-9039-C2B53B8B06A3}"/>
    <dgm:cxn modelId="{D49EBCBF-86FA-41FE-A121-511976BC7ADF}" srcId="{5F879B5E-D5F8-4FC8-8BE8-5399D1CC6E69}" destId="{5A1932FD-A085-4F28-85FC-7A5775213964}" srcOrd="2" destOrd="0" parTransId="{63E87B08-2F66-44AE-AD0B-A42BAACD11FE}" sibTransId="{67DC76A4-028C-415A-B637-2329C470139D}"/>
    <dgm:cxn modelId="{827B4EE6-B2F5-4503-BF33-46A92471CE68}" type="presOf" srcId="{E93D0C82-C4DE-41A5-881C-01027F189E9E}" destId="{20870ED1-441D-45A9-A005-C8FD02682CC3}" srcOrd="0" destOrd="5" presId="urn:microsoft.com/office/officeart/2005/8/layout/target3"/>
    <dgm:cxn modelId="{FDC2AEFA-9D39-43DC-ABF4-AB0CBD871F64}" type="presParOf" srcId="{A11E6196-126A-4179-A981-980EC729B962}" destId="{742FF216-6BAF-48E2-8CB6-631728F7B609}" srcOrd="0" destOrd="0" presId="urn:microsoft.com/office/officeart/2005/8/layout/target3"/>
    <dgm:cxn modelId="{B10220BA-2B30-4029-AA20-694244A3C784}" type="presParOf" srcId="{A11E6196-126A-4179-A981-980EC729B962}" destId="{1D283640-1CFA-4C4E-BBBB-EE3D7D17764B}" srcOrd="1" destOrd="0" presId="urn:microsoft.com/office/officeart/2005/8/layout/target3"/>
    <dgm:cxn modelId="{69FCA254-F571-4586-B584-2445BAB1513D}" type="presParOf" srcId="{A11E6196-126A-4179-A981-980EC729B962}" destId="{BDCBABA6-088B-4948-87C2-A22FA93B8573}" srcOrd="2" destOrd="0" presId="urn:microsoft.com/office/officeart/2005/8/layout/target3"/>
    <dgm:cxn modelId="{0550B7D5-623B-4A99-841A-F64A385A62AF}" type="presParOf" srcId="{A11E6196-126A-4179-A981-980EC729B962}" destId="{69A90DBF-1F32-4340-A2DE-63EB2C19B6D9}" srcOrd="3" destOrd="0" presId="urn:microsoft.com/office/officeart/2005/8/layout/target3"/>
    <dgm:cxn modelId="{30649116-2A9E-481E-A09D-DA30E1A5D6CC}" type="presParOf" srcId="{A11E6196-126A-4179-A981-980EC729B962}" destId="{C8C29E34-5A7E-4BED-8232-AD045CDA9FDA}" srcOrd="4" destOrd="0" presId="urn:microsoft.com/office/officeart/2005/8/layout/target3"/>
    <dgm:cxn modelId="{60F27986-7B57-4CD5-9198-6FC4B9E9D8F5}" type="presParOf" srcId="{A11E6196-126A-4179-A981-980EC729B962}" destId="{094D3C05-7D17-4885-A8E6-4FA8105918FE}" srcOrd="5" destOrd="0" presId="urn:microsoft.com/office/officeart/2005/8/layout/target3"/>
    <dgm:cxn modelId="{67F39527-EEC3-4186-A1EE-C27EB17445EA}" type="presParOf" srcId="{A11E6196-126A-4179-A981-980EC729B962}" destId="{B21AA70D-F3DA-4B39-90CC-FFEFB6432C7F}" srcOrd="6" destOrd="0" presId="urn:microsoft.com/office/officeart/2005/8/layout/target3"/>
    <dgm:cxn modelId="{C604433E-7FE7-475B-B7E2-ECB326C01B8A}" type="presParOf" srcId="{A11E6196-126A-4179-A981-980EC729B962}" destId="{20870ED1-441D-45A9-A005-C8FD02682CC3}" srcOrd="7" destOrd="0" presId="urn:microsoft.com/office/officeart/2005/8/layout/target3"/>
    <dgm:cxn modelId="{948F6B88-1832-4F2A-B6ED-46F625334D27}" type="presParOf" srcId="{A11E6196-126A-4179-A981-980EC729B962}" destId="{5C359B03-8B8B-44FF-8C76-8DFAE1ADE276}" srcOrd="8" destOrd="0" presId="urn:microsoft.com/office/officeart/2005/8/layout/target3"/>
    <dgm:cxn modelId="{D5E376B4-C1A0-4FAE-8200-7D8E22F503FA}" type="presParOf" srcId="{A11E6196-126A-4179-A981-980EC729B962}" destId="{E0F18B25-C6B7-4661-B1A9-9B1D782DCF64}" srcOrd="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C1BB021-CA39-42C5-845A-6ECFDAFB584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zh-CN" altLang="en-US"/>
        </a:p>
      </dgm:t>
    </dgm:pt>
    <dgm:pt modelId="{87A20665-DF79-407E-B0DA-5407E0F16AD8}">
      <dgm:prSet/>
      <dgm:spPr/>
      <dgm:t>
        <a:bodyPr/>
        <a:lstStyle/>
        <a:p>
          <a:pPr rtl="0"/>
          <a:r>
            <a:rPr lang="zh-CN" smtClean="0"/>
            <a:t>终端短路：测量线终端接短路板</a:t>
          </a:r>
          <a:endParaRPr lang="zh-CN"/>
        </a:p>
      </dgm:t>
    </dgm:pt>
    <dgm:pt modelId="{8D68E4CC-8E48-4B9C-98D7-EC1265715E8B}" type="parTrans" cxnId="{94138D75-6287-4AC7-B336-51CAE68570A0}">
      <dgm:prSet/>
      <dgm:spPr/>
      <dgm:t>
        <a:bodyPr/>
        <a:lstStyle/>
        <a:p>
          <a:endParaRPr lang="zh-CN" altLang="en-US"/>
        </a:p>
      </dgm:t>
    </dgm:pt>
    <dgm:pt modelId="{E00F781E-3991-49CB-9641-59ABB847B7D8}" type="sibTrans" cxnId="{94138D75-6287-4AC7-B336-51CAE68570A0}">
      <dgm:prSet/>
      <dgm:spPr/>
      <dgm:t>
        <a:bodyPr/>
        <a:lstStyle/>
        <a:p>
          <a:endParaRPr lang="zh-CN" altLang="en-US"/>
        </a:p>
      </dgm:t>
    </dgm:pt>
    <dgm:pt modelId="{71C3F558-33C6-46F1-ADE2-66278A89B958}">
      <dgm:prSet/>
      <dgm:spPr/>
      <dgm:t>
        <a:bodyPr/>
        <a:lstStyle/>
        <a:p>
          <a:pPr rtl="0"/>
          <a:r>
            <a:rPr lang="zh-CN" smtClean="0"/>
            <a:t>终端开路：测量线终端开路</a:t>
          </a:r>
          <a:endParaRPr lang="zh-CN"/>
        </a:p>
      </dgm:t>
    </dgm:pt>
    <dgm:pt modelId="{B5B41B71-90DE-4A5C-A87D-95E3F0170834}" type="parTrans" cxnId="{804217D7-4BEB-442E-AB61-8B13D09E6FC3}">
      <dgm:prSet/>
      <dgm:spPr/>
      <dgm:t>
        <a:bodyPr/>
        <a:lstStyle/>
        <a:p>
          <a:endParaRPr lang="zh-CN" altLang="en-US"/>
        </a:p>
      </dgm:t>
    </dgm:pt>
    <dgm:pt modelId="{C3F5A79A-EE96-4B79-AA8D-1C93610F7DA3}" type="sibTrans" cxnId="{804217D7-4BEB-442E-AB61-8B13D09E6FC3}">
      <dgm:prSet/>
      <dgm:spPr/>
      <dgm:t>
        <a:bodyPr/>
        <a:lstStyle/>
        <a:p>
          <a:endParaRPr lang="zh-CN" altLang="en-US"/>
        </a:p>
      </dgm:t>
    </dgm:pt>
    <dgm:pt modelId="{9674FFC9-B27B-45AE-BD8C-B011A616511F}">
      <dgm:prSet/>
      <dgm:spPr/>
      <dgm:t>
        <a:bodyPr/>
        <a:lstStyle/>
        <a:p>
          <a:pPr rtl="0"/>
          <a:r>
            <a:rPr lang="zh-CN" smtClean="0"/>
            <a:t>终端开口：测量线终端开口（空载）</a:t>
          </a:r>
          <a:endParaRPr lang="zh-CN"/>
        </a:p>
      </dgm:t>
    </dgm:pt>
    <dgm:pt modelId="{31BBD704-B3F2-4AC4-AAF6-5415DFE1B04F}" type="parTrans" cxnId="{4F6DD151-6AA7-450E-82E4-B5A8A10698B9}">
      <dgm:prSet/>
      <dgm:spPr/>
      <dgm:t>
        <a:bodyPr/>
        <a:lstStyle/>
        <a:p>
          <a:endParaRPr lang="zh-CN" altLang="en-US"/>
        </a:p>
      </dgm:t>
    </dgm:pt>
    <dgm:pt modelId="{EA6F3819-8176-4659-BB27-69A234F5986B}" type="sibTrans" cxnId="{4F6DD151-6AA7-450E-82E4-B5A8A10698B9}">
      <dgm:prSet/>
      <dgm:spPr/>
      <dgm:t>
        <a:bodyPr/>
        <a:lstStyle/>
        <a:p>
          <a:endParaRPr lang="zh-CN" altLang="en-US"/>
        </a:p>
      </dgm:t>
    </dgm:pt>
    <dgm:pt modelId="{BFFFF4E4-C286-4B11-9759-AC3C59EBCC69}">
      <dgm:prSet/>
      <dgm:spPr/>
      <dgm:t>
        <a:bodyPr/>
        <a:lstStyle/>
        <a:p>
          <a:pPr rtl="0"/>
          <a:r>
            <a:rPr lang="zh-CN" smtClean="0"/>
            <a:t>终端匹配：测量线终端接匹配负载</a:t>
          </a:r>
          <a:endParaRPr lang="zh-CN"/>
        </a:p>
      </dgm:t>
    </dgm:pt>
    <dgm:pt modelId="{0A59BA8B-816C-4C10-888B-94DA8D032E0F}" type="parTrans" cxnId="{019E45B2-F435-468B-856B-C3B5AD6489B5}">
      <dgm:prSet/>
      <dgm:spPr/>
      <dgm:t>
        <a:bodyPr/>
        <a:lstStyle/>
        <a:p>
          <a:endParaRPr lang="zh-CN" altLang="en-US"/>
        </a:p>
      </dgm:t>
    </dgm:pt>
    <dgm:pt modelId="{E36333BC-56CA-4B93-9F47-65FB01F52614}" type="sibTrans" cxnId="{019E45B2-F435-468B-856B-C3B5AD6489B5}">
      <dgm:prSet/>
      <dgm:spPr/>
      <dgm:t>
        <a:bodyPr/>
        <a:lstStyle/>
        <a:p>
          <a:endParaRPr lang="zh-CN" altLang="en-US"/>
        </a:p>
      </dgm:t>
    </dgm:pt>
    <dgm:pt modelId="{9FBB6036-1E91-420B-A84A-FCDA9AE74A7E}">
      <dgm:prSet/>
      <dgm:spPr/>
      <dgm:t>
        <a:bodyPr/>
        <a:lstStyle/>
        <a:p>
          <a:pPr rtl="0"/>
          <a:r>
            <a:rPr lang="zh-CN" dirty="0" smtClean="0"/>
            <a:t>终端开路与开口的区别</a:t>
          </a:r>
          <a:endParaRPr lang="zh-CN" dirty="0"/>
        </a:p>
      </dgm:t>
    </dgm:pt>
    <dgm:pt modelId="{F36F7737-B181-455F-A16F-888299CD4D37}" type="parTrans" cxnId="{07EB8292-F480-4B4C-8D87-F59647302F0D}">
      <dgm:prSet/>
      <dgm:spPr/>
      <dgm:t>
        <a:bodyPr/>
        <a:lstStyle/>
        <a:p>
          <a:endParaRPr lang="zh-CN" altLang="en-US"/>
        </a:p>
      </dgm:t>
    </dgm:pt>
    <dgm:pt modelId="{A4035A64-C87C-4059-B631-072F09636FBC}" type="sibTrans" cxnId="{07EB8292-F480-4B4C-8D87-F59647302F0D}">
      <dgm:prSet/>
      <dgm:spPr/>
      <dgm:t>
        <a:bodyPr/>
        <a:lstStyle/>
        <a:p>
          <a:endParaRPr lang="zh-CN" altLang="en-US"/>
        </a:p>
      </dgm:t>
    </dgm:pt>
    <dgm:pt modelId="{2FD5AB4D-D946-4991-A9FA-4575DDE10014}" type="pres">
      <dgm:prSet presAssocID="{3C1BB021-CA39-42C5-845A-6ECFDAFB5842}" presName="linear" presStyleCnt="0">
        <dgm:presLayoutVars>
          <dgm:animLvl val="lvl"/>
          <dgm:resizeHandles val="exact"/>
        </dgm:presLayoutVars>
      </dgm:prSet>
      <dgm:spPr/>
    </dgm:pt>
    <dgm:pt modelId="{0F327B4D-0FB8-47FD-AEE3-D9ECC72CFFA0}" type="pres">
      <dgm:prSet presAssocID="{87A20665-DF79-407E-B0DA-5407E0F16AD8}" presName="parentText" presStyleLbl="node1" presStyleIdx="0" presStyleCnt="5">
        <dgm:presLayoutVars>
          <dgm:chMax val="0"/>
          <dgm:bulletEnabled val="1"/>
        </dgm:presLayoutVars>
      </dgm:prSet>
      <dgm:spPr>
        <a:prstGeom prst="snip2DiagRect">
          <a:avLst/>
        </a:prstGeom>
      </dgm:spPr>
    </dgm:pt>
    <dgm:pt modelId="{20A94BA4-BB0E-4F52-8D98-545F9075F46B}" type="pres">
      <dgm:prSet presAssocID="{E00F781E-3991-49CB-9641-59ABB847B7D8}" presName="spacer" presStyleCnt="0"/>
      <dgm:spPr/>
    </dgm:pt>
    <dgm:pt modelId="{1897448E-2C24-439C-BC83-812EA7DA700E}" type="pres">
      <dgm:prSet presAssocID="{71C3F558-33C6-46F1-ADE2-66278A89B958}" presName="parentText" presStyleLbl="node1" presStyleIdx="1" presStyleCnt="5">
        <dgm:presLayoutVars>
          <dgm:chMax val="0"/>
          <dgm:bulletEnabled val="1"/>
        </dgm:presLayoutVars>
      </dgm:prSet>
      <dgm:spPr>
        <a:prstGeom prst="snip2DiagRect">
          <a:avLst/>
        </a:prstGeom>
      </dgm:spPr>
    </dgm:pt>
    <dgm:pt modelId="{17A53AF4-822B-4E17-AEB2-8CD2123240B4}" type="pres">
      <dgm:prSet presAssocID="{C3F5A79A-EE96-4B79-AA8D-1C93610F7DA3}" presName="spacer" presStyleCnt="0"/>
      <dgm:spPr/>
    </dgm:pt>
    <dgm:pt modelId="{B5954AF3-AD80-4EB9-BECB-B3C8C0E915A8}" type="pres">
      <dgm:prSet presAssocID="{9674FFC9-B27B-45AE-BD8C-B011A616511F}" presName="parentText" presStyleLbl="node1" presStyleIdx="2" presStyleCnt="5">
        <dgm:presLayoutVars>
          <dgm:chMax val="0"/>
          <dgm:bulletEnabled val="1"/>
        </dgm:presLayoutVars>
      </dgm:prSet>
      <dgm:spPr>
        <a:prstGeom prst="snip2DiagRect">
          <a:avLst/>
        </a:prstGeom>
      </dgm:spPr>
    </dgm:pt>
    <dgm:pt modelId="{C11CC717-A8A7-4AAE-A4F1-D82BFC215690}" type="pres">
      <dgm:prSet presAssocID="{EA6F3819-8176-4659-BB27-69A234F5986B}" presName="spacer" presStyleCnt="0"/>
      <dgm:spPr/>
    </dgm:pt>
    <dgm:pt modelId="{B95A01BE-8689-4C5A-B4C8-12C3B58B1E44}" type="pres">
      <dgm:prSet presAssocID="{BFFFF4E4-C286-4B11-9759-AC3C59EBCC69}" presName="parentText" presStyleLbl="node1" presStyleIdx="3" presStyleCnt="5">
        <dgm:presLayoutVars>
          <dgm:chMax val="0"/>
          <dgm:bulletEnabled val="1"/>
        </dgm:presLayoutVars>
      </dgm:prSet>
      <dgm:spPr>
        <a:prstGeom prst="snip2DiagRect">
          <a:avLst/>
        </a:prstGeom>
      </dgm:spPr>
    </dgm:pt>
    <dgm:pt modelId="{405ABA62-8353-4ADA-8E37-5AC24C33D7BC}" type="pres">
      <dgm:prSet presAssocID="{E36333BC-56CA-4B93-9F47-65FB01F52614}" presName="spacer" presStyleCnt="0"/>
      <dgm:spPr/>
    </dgm:pt>
    <dgm:pt modelId="{958C9B83-DC41-4777-A2A0-5BE5F5204798}" type="pres">
      <dgm:prSet presAssocID="{9FBB6036-1E91-420B-A84A-FCDA9AE74A7E}" presName="parentText" presStyleLbl="node1" presStyleIdx="4" presStyleCnt="5">
        <dgm:presLayoutVars>
          <dgm:chMax val="0"/>
          <dgm:bulletEnabled val="1"/>
        </dgm:presLayoutVars>
      </dgm:prSet>
      <dgm:spPr>
        <a:prstGeom prst="snip2DiagRect">
          <a:avLst/>
        </a:prstGeom>
      </dgm:spPr>
    </dgm:pt>
  </dgm:ptLst>
  <dgm:cxnLst>
    <dgm:cxn modelId="{07EB8292-F480-4B4C-8D87-F59647302F0D}" srcId="{3C1BB021-CA39-42C5-845A-6ECFDAFB5842}" destId="{9FBB6036-1E91-420B-A84A-FCDA9AE74A7E}" srcOrd="4" destOrd="0" parTransId="{F36F7737-B181-455F-A16F-888299CD4D37}" sibTransId="{A4035A64-C87C-4059-B631-072F09636FBC}"/>
    <dgm:cxn modelId="{B1304632-CDE0-4A7C-A8C5-2EDF2D3EF650}" type="presOf" srcId="{BFFFF4E4-C286-4B11-9759-AC3C59EBCC69}" destId="{B95A01BE-8689-4C5A-B4C8-12C3B58B1E44}" srcOrd="0" destOrd="0" presId="urn:microsoft.com/office/officeart/2005/8/layout/vList2"/>
    <dgm:cxn modelId="{019E45B2-F435-468B-856B-C3B5AD6489B5}" srcId="{3C1BB021-CA39-42C5-845A-6ECFDAFB5842}" destId="{BFFFF4E4-C286-4B11-9759-AC3C59EBCC69}" srcOrd="3" destOrd="0" parTransId="{0A59BA8B-816C-4C10-888B-94DA8D032E0F}" sibTransId="{E36333BC-56CA-4B93-9F47-65FB01F52614}"/>
    <dgm:cxn modelId="{94138D75-6287-4AC7-B336-51CAE68570A0}" srcId="{3C1BB021-CA39-42C5-845A-6ECFDAFB5842}" destId="{87A20665-DF79-407E-B0DA-5407E0F16AD8}" srcOrd="0" destOrd="0" parTransId="{8D68E4CC-8E48-4B9C-98D7-EC1265715E8B}" sibTransId="{E00F781E-3991-49CB-9641-59ABB847B7D8}"/>
    <dgm:cxn modelId="{4F6DD151-6AA7-450E-82E4-B5A8A10698B9}" srcId="{3C1BB021-CA39-42C5-845A-6ECFDAFB5842}" destId="{9674FFC9-B27B-45AE-BD8C-B011A616511F}" srcOrd="2" destOrd="0" parTransId="{31BBD704-B3F2-4AC4-AAF6-5415DFE1B04F}" sibTransId="{EA6F3819-8176-4659-BB27-69A234F5986B}"/>
    <dgm:cxn modelId="{0E861CAD-BD7D-4F0A-BAAB-4AA02DE383FE}" type="presOf" srcId="{87A20665-DF79-407E-B0DA-5407E0F16AD8}" destId="{0F327B4D-0FB8-47FD-AEE3-D9ECC72CFFA0}" srcOrd="0" destOrd="0" presId="urn:microsoft.com/office/officeart/2005/8/layout/vList2"/>
    <dgm:cxn modelId="{1B0DB6E6-6698-4DBD-8207-0594D1E193F9}" type="presOf" srcId="{9FBB6036-1E91-420B-A84A-FCDA9AE74A7E}" destId="{958C9B83-DC41-4777-A2A0-5BE5F5204798}" srcOrd="0" destOrd="0" presId="urn:microsoft.com/office/officeart/2005/8/layout/vList2"/>
    <dgm:cxn modelId="{804217D7-4BEB-442E-AB61-8B13D09E6FC3}" srcId="{3C1BB021-CA39-42C5-845A-6ECFDAFB5842}" destId="{71C3F558-33C6-46F1-ADE2-66278A89B958}" srcOrd="1" destOrd="0" parTransId="{B5B41B71-90DE-4A5C-A87D-95E3F0170834}" sibTransId="{C3F5A79A-EE96-4B79-AA8D-1C93610F7DA3}"/>
    <dgm:cxn modelId="{B5F55E70-E83A-4488-8558-380DC4FE12B8}" type="presOf" srcId="{3C1BB021-CA39-42C5-845A-6ECFDAFB5842}" destId="{2FD5AB4D-D946-4991-A9FA-4575DDE10014}" srcOrd="0" destOrd="0" presId="urn:microsoft.com/office/officeart/2005/8/layout/vList2"/>
    <dgm:cxn modelId="{BCDFA64B-BA93-427E-9D6F-0EF4FEAA23C3}" type="presOf" srcId="{9674FFC9-B27B-45AE-BD8C-B011A616511F}" destId="{B5954AF3-AD80-4EB9-BECB-B3C8C0E915A8}" srcOrd="0" destOrd="0" presId="urn:microsoft.com/office/officeart/2005/8/layout/vList2"/>
    <dgm:cxn modelId="{3B4ACAF1-FD18-4592-B78B-C754C15D2EAC}" type="presOf" srcId="{71C3F558-33C6-46F1-ADE2-66278A89B958}" destId="{1897448E-2C24-439C-BC83-812EA7DA700E}" srcOrd="0" destOrd="0" presId="urn:microsoft.com/office/officeart/2005/8/layout/vList2"/>
    <dgm:cxn modelId="{9C349CEF-30CD-4281-9912-8FCB4467F556}" type="presParOf" srcId="{2FD5AB4D-D946-4991-A9FA-4575DDE10014}" destId="{0F327B4D-0FB8-47FD-AEE3-D9ECC72CFFA0}" srcOrd="0" destOrd="0" presId="urn:microsoft.com/office/officeart/2005/8/layout/vList2"/>
    <dgm:cxn modelId="{F4F6EE5F-5675-44B8-93DB-F0065975FE45}" type="presParOf" srcId="{2FD5AB4D-D946-4991-A9FA-4575DDE10014}" destId="{20A94BA4-BB0E-4F52-8D98-545F9075F46B}" srcOrd="1" destOrd="0" presId="urn:microsoft.com/office/officeart/2005/8/layout/vList2"/>
    <dgm:cxn modelId="{F2D095D3-936C-47F3-B948-DE41FCDBD0B5}" type="presParOf" srcId="{2FD5AB4D-D946-4991-A9FA-4575DDE10014}" destId="{1897448E-2C24-439C-BC83-812EA7DA700E}" srcOrd="2" destOrd="0" presId="urn:microsoft.com/office/officeart/2005/8/layout/vList2"/>
    <dgm:cxn modelId="{6F0CFB36-1BDF-4740-B730-88B5D3A267BD}" type="presParOf" srcId="{2FD5AB4D-D946-4991-A9FA-4575DDE10014}" destId="{17A53AF4-822B-4E17-AEB2-8CD2123240B4}" srcOrd="3" destOrd="0" presId="urn:microsoft.com/office/officeart/2005/8/layout/vList2"/>
    <dgm:cxn modelId="{D1EF7E56-6279-4E7F-8920-2CFA4C90BE43}" type="presParOf" srcId="{2FD5AB4D-D946-4991-A9FA-4575DDE10014}" destId="{B5954AF3-AD80-4EB9-BECB-B3C8C0E915A8}" srcOrd="4" destOrd="0" presId="urn:microsoft.com/office/officeart/2005/8/layout/vList2"/>
    <dgm:cxn modelId="{C5FF0FB8-9141-4F3F-92AE-83983B563B69}" type="presParOf" srcId="{2FD5AB4D-D946-4991-A9FA-4575DDE10014}" destId="{C11CC717-A8A7-4AAE-A4F1-D82BFC215690}" srcOrd="5" destOrd="0" presId="urn:microsoft.com/office/officeart/2005/8/layout/vList2"/>
    <dgm:cxn modelId="{F8FB6DE1-C484-4556-9111-4E2DAD8D1DE3}" type="presParOf" srcId="{2FD5AB4D-D946-4991-A9FA-4575DDE10014}" destId="{B95A01BE-8689-4C5A-B4C8-12C3B58B1E44}" srcOrd="6" destOrd="0" presId="urn:microsoft.com/office/officeart/2005/8/layout/vList2"/>
    <dgm:cxn modelId="{BBD4E8C2-FC14-40ED-9B3D-843006964DFD}" type="presParOf" srcId="{2FD5AB4D-D946-4991-A9FA-4575DDE10014}" destId="{405ABA62-8353-4ADA-8E37-5AC24C33D7BC}" srcOrd="7" destOrd="0" presId="urn:microsoft.com/office/officeart/2005/8/layout/vList2"/>
    <dgm:cxn modelId="{8B41DC57-D34C-40DD-B465-8A36E24ACBB3}" type="presParOf" srcId="{2FD5AB4D-D946-4991-A9FA-4575DDE10014}" destId="{958C9B83-DC41-4777-A2A0-5BE5F5204798}"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BDA046-E108-4C41-B383-8C30B3AEADE1}" type="doc">
      <dgm:prSet loTypeId="urn:microsoft.com/office/officeart/2005/8/layout/hProcess9" loCatId="process" qsTypeId="urn:microsoft.com/office/officeart/2005/8/quickstyle/simple1" qsCatId="simple" csTypeId="urn:microsoft.com/office/officeart/2005/8/colors/colorful2" csCatId="colorful" phldr="1"/>
      <dgm:spPr/>
      <dgm:t>
        <a:bodyPr/>
        <a:lstStyle/>
        <a:p>
          <a:endParaRPr lang="zh-CN" altLang="en-US"/>
        </a:p>
      </dgm:t>
    </dgm:pt>
    <dgm:pt modelId="{66D1C28F-1D91-4390-A252-E7EBA34A7668}">
      <dgm:prSet/>
      <dgm:spPr/>
      <dgm:t>
        <a:bodyPr/>
        <a:lstStyle/>
        <a:p>
          <a:pPr rtl="0"/>
          <a:r>
            <a:rPr lang="zh-CN" smtClean="0"/>
            <a:t>测量线终端接待测负载</a:t>
          </a:r>
          <a:endParaRPr lang="zh-CN"/>
        </a:p>
      </dgm:t>
    </dgm:pt>
    <dgm:pt modelId="{F53CC6AE-6982-4A5F-A078-1EBC6B97B0F4}" type="parTrans" cxnId="{9CB2BAD1-205A-4AEC-BB06-8212622E02C3}">
      <dgm:prSet/>
      <dgm:spPr/>
      <dgm:t>
        <a:bodyPr/>
        <a:lstStyle/>
        <a:p>
          <a:endParaRPr lang="zh-CN" altLang="en-US"/>
        </a:p>
      </dgm:t>
    </dgm:pt>
    <dgm:pt modelId="{75A3B383-2E54-4761-8B61-C45C0DBBA0A5}" type="sibTrans" cxnId="{9CB2BAD1-205A-4AEC-BB06-8212622E02C3}">
      <dgm:prSet/>
      <dgm:spPr/>
      <dgm:t>
        <a:bodyPr/>
        <a:lstStyle/>
        <a:p>
          <a:endParaRPr lang="zh-CN" altLang="en-US"/>
        </a:p>
      </dgm:t>
    </dgm:pt>
    <dgm:pt modelId="{29333F62-EE2B-461A-A08D-242D6093ED00}">
      <dgm:prSet/>
      <dgm:spPr/>
      <dgm:t>
        <a:bodyPr/>
        <a:lstStyle/>
        <a:p>
          <a:pPr rtl="0"/>
          <a:r>
            <a:rPr lang="zh-CN" dirty="0" smtClean="0"/>
            <a:t>移动测量线探针</a:t>
          </a:r>
          <a:endParaRPr lang="zh-CN" dirty="0"/>
        </a:p>
      </dgm:t>
    </dgm:pt>
    <dgm:pt modelId="{CF44AEDC-8EB1-4D44-B85D-1C8A45AE1DE8}" type="parTrans" cxnId="{20B60452-C5CD-443A-A9DA-57E731234277}">
      <dgm:prSet/>
      <dgm:spPr/>
      <dgm:t>
        <a:bodyPr/>
        <a:lstStyle/>
        <a:p>
          <a:endParaRPr lang="zh-CN" altLang="en-US"/>
        </a:p>
      </dgm:t>
    </dgm:pt>
    <dgm:pt modelId="{30C89AAE-F880-4E9E-ABD7-AEE737367E77}" type="sibTrans" cxnId="{20B60452-C5CD-443A-A9DA-57E731234277}">
      <dgm:prSet/>
      <dgm:spPr/>
      <dgm:t>
        <a:bodyPr/>
        <a:lstStyle/>
        <a:p>
          <a:endParaRPr lang="zh-CN" altLang="en-US"/>
        </a:p>
      </dgm:t>
    </dgm:pt>
    <dgm:pt modelId="{3EC96B94-1794-49EE-AB48-B19074B329F2}">
      <dgm:prSet/>
      <dgm:spPr/>
      <dgm:t>
        <a:bodyPr/>
        <a:lstStyle/>
        <a:p>
          <a:pPr rtl="0"/>
          <a:r>
            <a:rPr lang="zh-CN" dirty="0" smtClean="0"/>
            <a:t>按一定方式记录探针位置和检波指示值（</a:t>
          </a:r>
          <a:r>
            <a:rPr lang="en-US" dirty="0" err="1" smtClean="0"/>
            <a:t>d~i</a:t>
          </a:r>
          <a:r>
            <a:rPr lang="zh-CN" dirty="0" smtClean="0"/>
            <a:t>）</a:t>
          </a:r>
          <a:endParaRPr lang="zh-CN" dirty="0"/>
        </a:p>
      </dgm:t>
    </dgm:pt>
    <dgm:pt modelId="{B1FF91D6-BAE2-4636-90B3-789C3EF6ACDD}" type="parTrans" cxnId="{86E8AEC8-8A4C-48D9-9B7B-98A67843A74B}">
      <dgm:prSet/>
      <dgm:spPr/>
      <dgm:t>
        <a:bodyPr/>
        <a:lstStyle/>
        <a:p>
          <a:endParaRPr lang="zh-CN" altLang="en-US"/>
        </a:p>
      </dgm:t>
    </dgm:pt>
    <dgm:pt modelId="{98221D16-F3F2-48FF-954C-549CA4B24D35}" type="sibTrans" cxnId="{86E8AEC8-8A4C-48D9-9B7B-98A67843A74B}">
      <dgm:prSet/>
      <dgm:spPr/>
      <dgm:t>
        <a:bodyPr/>
        <a:lstStyle/>
        <a:p>
          <a:endParaRPr lang="zh-CN" altLang="en-US"/>
        </a:p>
      </dgm:t>
    </dgm:pt>
    <dgm:pt modelId="{C025DD9F-8354-4CB4-A85D-067BA4DC4ED2}">
      <dgm:prSet/>
      <dgm:spPr/>
      <dgm:t>
        <a:bodyPr/>
        <a:lstStyle/>
        <a:p>
          <a:pPr rtl="0"/>
          <a:r>
            <a:rPr lang="zh-CN" dirty="0" smtClean="0"/>
            <a:t>描绘驻波分布特性图形</a:t>
          </a:r>
          <a:endParaRPr lang="zh-CN" dirty="0"/>
        </a:p>
      </dgm:t>
    </dgm:pt>
    <dgm:pt modelId="{8B1A1FCB-C092-45D0-9B3D-6B3B138B1DF1}" type="parTrans" cxnId="{76F8E177-75BE-488D-B6C7-B951173BE557}">
      <dgm:prSet/>
      <dgm:spPr/>
      <dgm:t>
        <a:bodyPr/>
        <a:lstStyle/>
        <a:p>
          <a:endParaRPr lang="zh-CN" altLang="en-US"/>
        </a:p>
      </dgm:t>
    </dgm:pt>
    <dgm:pt modelId="{1DBEAA54-0432-43A2-A5B9-EC247406CA27}" type="sibTrans" cxnId="{76F8E177-75BE-488D-B6C7-B951173BE557}">
      <dgm:prSet/>
      <dgm:spPr/>
      <dgm:t>
        <a:bodyPr/>
        <a:lstStyle/>
        <a:p>
          <a:endParaRPr lang="zh-CN" altLang="en-US"/>
        </a:p>
      </dgm:t>
    </dgm:pt>
    <dgm:pt modelId="{6DB2D208-8B5E-4FD2-A2DE-36C974543DF6}" type="pres">
      <dgm:prSet presAssocID="{7DBDA046-E108-4C41-B383-8C30B3AEADE1}" presName="CompostProcess" presStyleCnt="0">
        <dgm:presLayoutVars>
          <dgm:dir/>
          <dgm:resizeHandles val="exact"/>
        </dgm:presLayoutVars>
      </dgm:prSet>
      <dgm:spPr/>
    </dgm:pt>
    <dgm:pt modelId="{A2D53F48-1F3A-4C89-926B-F743C2D08A92}" type="pres">
      <dgm:prSet presAssocID="{7DBDA046-E108-4C41-B383-8C30B3AEADE1}" presName="arrow" presStyleLbl="bgShp" presStyleIdx="0" presStyleCnt="1"/>
      <dgm:spPr/>
    </dgm:pt>
    <dgm:pt modelId="{CF99AC56-8DF7-47F3-9E22-0000D59B0418}" type="pres">
      <dgm:prSet presAssocID="{7DBDA046-E108-4C41-B383-8C30B3AEADE1}" presName="linearProcess" presStyleCnt="0"/>
      <dgm:spPr/>
    </dgm:pt>
    <dgm:pt modelId="{E1D548FF-472B-44C8-9A97-9FC51C5FE531}" type="pres">
      <dgm:prSet presAssocID="{66D1C28F-1D91-4390-A252-E7EBA34A7668}" presName="textNode" presStyleLbl="node1" presStyleIdx="0" presStyleCnt="4">
        <dgm:presLayoutVars>
          <dgm:bulletEnabled val="1"/>
        </dgm:presLayoutVars>
      </dgm:prSet>
      <dgm:spPr>
        <a:prstGeom prst="snip2DiagRect">
          <a:avLst/>
        </a:prstGeom>
      </dgm:spPr>
    </dgm:pt>
    <dgm:pt modelId="{E656084F-09D9-4A4B-AFC6-EAB5D6CD14C1}" type="pres">
      <dgm:prSet presAssocID="{75A3B383-2E54-4761-8B61-C45C0DBBA0A5}" presName="sibTrans" presStyleCnt="0"/>
      <dgm:spPr/>
    </dgm:pt>
    <dgm:pt modelId="{AFA4F970-38FB-4A6B-A292-AC456427030D}" type="pres">
      <dgm:prSet presAssocID="{29333F62-EE2B-461A-A08D-242D6093ED00}" presName="textNode" presStyleLbl="node1" presStyleIdx="1" presStyleCnt="4">
        <dgm:presLayoutVars>
          <dgm:bulletEnabled val="1"/>
        </dgm:presLayoutVars>
      </dgm:prSet>
      <dgm:spPr>
        <a:prstGeom prst="snip2DiagRect">
          <a:avLst/>
        </a:prstGeom>
      </dgm:spPr>
      <dgm:t>
        <a:bodyPr/>
        <a:lstStyle/>
        <a:p>
          <a:endParaRPr lang="zh-CN" altLang="en-US"/>
        </a:p>
      </dgm:t>
    </dgm:pt>
    <dgm:pt modelId="{0EB76E69-F0EE-4BF7-A50D-BF501D234D69}" type="pres">
      <dgm:prSet presAssocID="{30C89AAE-F880-4E9E-ABD7-AEE737367E77}" presName="sibTrans" presStyleCnt="0"/>
      <dgm:spPr/>
    </dgm:pt>
    <dgm:pt modelId="{B9E84440-12F0-4D04-BBA2-2660FDCBBF78}" type="pres">
      <dgm:prSet presAssocID="{3EC96B94-1794-49EE-AB48-B19074B329F2}" presName="textNode" presStyleLbl="node1" presStyleIdx="2" presStyleCnt="4">
        <dgm:presLayoutVars>
          <dgm:bulletEnabled val="1"/>
        </dgm:presLayoutVars>
      </dgm:prSet>
      <dgm:spPr>
        <a:prstGeom prst="snip2DiagRect">
          <a:avLst/>
        </a:prstGeom>
      </dgm:spPr>
      <dgm:t>
        <a:bodyPr/>
        <a:lstStyle/>
        <a:p>
          <a:endParaRPr lang="zh-CN" altLang="en-US"/>
        </a:p>
      </dgm:t>
    </dgm:pt>
    <dgm:pt modelId="{342ADE62-CCBF-477E-B84F-EA28A5CFDB1F}" type="pres">
      <dgm:prSet presAssocID="{98221D16-F3F2-48FF-954C-549CA4B24D35}" presName="sibTrans" presStyleCnt="0"/>
      <dgm:spPr/>
    </dgm:pt>
    <dgm:pt modelId="{0AF425E1-E157-4EED-8918-F284DCACA113}" type="pres">
      <dgm:prSet presAssocID="{C025DD9F-8354-4CB4-A85D-067BA4DC4ED2}" presName="textNode" presStyleLbl="node1" presStyleIdx="3" presStyleCnt="4">
        <dgm:presLayoutVars>
          <dgm:bulletEnabled val="1"/>
        </dgm:presLayoutVars>
      </dgm:prSet>
      <dgm:spPr>
        <a:prstGeom prst="snip2DiagRect">
          <a:avLst/>
        </a:prstGeom>
      </dgm:spPr>
      <dgm:t>
        <a:bodyPr/>
        <a:lstStyle/>
        <a:p>
          <a:endParaRPr lang="zh-CN" altLang="en-US"/>
        </a:p>
      </dgm:t>
    </dgm:pt>
  </dgm:ptLst>
  <dgm:cxnLst>
    <dgm:cxn modelId="{20B60452-C5CD-443A-A9DA-57E731234277}" srcId="{7DBDA046-E108-4C41-B383-8C30B3AEADE1}" destId="{29333F62-EE2B-461A-A08D-242D6093ED00}" srcOrd="1" destOrd="0" parTransId="{CF44AEDC-8EB1-4D44-B85D-1C8A45AE1DE8}" sibTransId="{30C89AAE-F880-4E9E-ABD7-AEE737367E77}"/>
    <dgm:cxn modelId="{9CB2BAD1-205A-4AEC-BB06-8212622E02C3}" srcId="{7DBDA046-E108-4C41-B383-8C30B3AEADE1}" destId="{66D1C28F-1D91-4390-A252-E7EBA34A7668}" srcOrd="0" destOrd="0" parTransId="{F53CC6AE-6982-4A5F-A078-1EBC6B97B0F4}" sibTransId="{75A3B383-2E54-4761-8B61-C45C0DBBA0A5}"/>
    <dgm:cxn modelId="{18281DB2-26C1-482E-B2DB-B2683087F5EE}" type="presOf" srcId="{7DBDA046-E108-4C41-B383-8C30B3AEADE1}" destId="{6DB2D208-8B5E-4FD2-A2DE-36C974543DF6}" srcOrd="0" destOrd="0" presId="urn:microsoft.com/office/officeart/2005/8/layout/hProcess9"/>
    <dgm:cxn modelId="{51082FA1-E0DE-4951-B27A-01867618A222}" type="presOf" srcId="{C025DD9F-8354-4CB4-A85D-067BA4DC4ED2}" destId="{0AF425E1-E157-4EED-8918-F284DCACA113}" srcOrd="0" destOrd="0" presId="urn:microsoft.com/office/officeart/2005/8/layout/hProcess9"/>
    <dgm:cxn modelId="{65435F24-A6D1-482D-854C-2524C003FD81}" type="presOf" srcId="{3EC96B94-1794-49EE-AB48-B19074B329F2}" destId="{B9E84440-12F0-4D04-BBA2-2660FDCBBF78}" srcOrd="0" destOrd="0" presId="urn:microsoft.com/office/officeart/2005/8/layout/hProcess9"/>
    <dgm:cxn modelId="{86E8AEC8-8A4C-48D9-9B7B-98A67843A74B}" srcId="{7DBDA046-E108-4C41-B383-8C30B3AEADE1}" destId="{3EC96B94-1794-49EE-AB48-B19074B329F2}" srcOrd="2" destOrd="0" parTransId="{B1FF91D6-BAE2-4636-90B3-789C3EF6ACDD}" sibTransId="{98221D16-F3F2-48FF-954C-549CA4B24D35}"/>
    <dgm:cxn modelId="{FA18929F-8466-4BAB-8A01-FD95B7D4C0BD}" type="presOf" srcId="{66D1C28F-1D91-4390-A252-E7EBA34A7668}" destId="{E1D548FF-472B-44C8-9A97-9FC51C5FE531}" srcOrd="0" destOrd="0" presId="urn:microsoft.com/office/officeart/2005/8/layout/hProcess9"/>
    <dgm:cxn modelId="{76F8E177-75BE-488D-B6C7-B951173BE557}" srcId="{7DBDA046-E108-4C41-B383-8C30B3AEADE1}" destId="{C025DD9F-8354-4CB4-A85D-067BA4DC4ED2}" srcOrd="3" destOrd="0" parTransId="{8B1A1FCB-C092-45D0-9B3D-6B3B138B1DF1}" sibTransId="{1DBEAA54-0432-43A2-A5B9-EC247406CA27}"/>
    <dgm:cxn modelId="{07A9D1F0-9554-447C-9246-B461F4B8B747}" type="presOf" srcId="{29333F62-EE2B-461A-A08D-242D6093ED00}" destId="{AFA4F970-38FB-4A6B-A292-AC456427030D}" srcOrd="0" destOrd="0" presId="urn:microsoft.com/office/officeart/2005/8/layout/hProcess9"/>
    <dgm:cxn modelId="{0161A7CD-DD9F-4180-B9CA-B49A6E665CE0}" type="presParOf" srcId="{6DB2D208-8B5E-4FD2-A2DE-36C974543DF6}" destId="{A2D53F48-1F3A-4C89-926B-F743C2D08A92}" srcOrd="0" destOrd="0" presId="urn:microsoft.com/office/officeart/2005/8/layout/hProcess9"/>
    <dgm:cxn modelId="{ECBA1C9D-BAF9-4896-9E94-BC0E7B58E52B}" type="presParOf" srcId="{6DB2D208-8B5E-4FD2-A2DE-36C974543DF6}" destId="{CF99AC56-8DF7-47F3-9E22-0000D59B0418}" srcOrd="1" destOrd="0" presId="urn:microsoft.com/office/officeart/2005/8/layout/hProcess9"/>
    <dgm:cxn modelId="{B66C2F77-C7CB-4692-89FC-3597A59CF688}" type="presParOf" srcId="{CF99AC56-8DF7-47F3-9E22-0000D59B0418}" destId="{E1D548FF-472B-44C8-9A97-9FC51C5FE531}" srcOrd="0" destOrd="0" presId="urn:microsoft.com/office/officeart/2005/8/layout/hProcess9"/>
    <dgm:cxn modelId="{337469EC-6625-44C3-9742-54CB592E4421}" type="presParOf" srcId="{CF99AC56-8DF7-47F3-9E22-0000D59B0418}" destId="{E656084F-09D9-4A4B-AFC6-EAB5D6CD14C1}" srcOrd="1" destOrd="0" presId="urn:microsoft.com/office/officeart/2005/8/layout/hProcess9"/>
    <dgm:cxn modelId="{171EB680-770C-45B6-848C-EF507663E4F2}" type="presParOf" srcId="{CF99AC56-8DF7-47F3-9E22-0000D59B0418}" destId="{AFA4F970-38FB-4A6B-A292-AC456427030D}" srcOrd="2" destOrd="0" presId="urn:microsoft.com/office/officeart/2005/8/layout/hProcess9"/>
    <dgm:cxn modelId="{DE900D8D-D440-4693-AEAE-51C8AC216FB9}" type="presParOf" srcId="{CF99AC56-8DF7-47F3-9E22-0000D59B0418}" destId="{0EB76E69-F0EE-4BF7-A50D-BF501D234D69}" srcOrd="3" destOrd="0" presId="urn:microsoft.com/office/officeart/2005/8/layout/hProcess9"/>
    <dgm:cxn modelId="{567F84F1-4D97-41B0-B58A-73E8F25444C3}" type="presParOf" srcId="{CF99AC56-8DF7-47F3-9E22-0000D59B0418}" destId="{B9E84440-12F0-4D04-BBA2-2660FDCBBF78}" srcOrd="4" destOrd="0" presId="urn:microsoft.com/office/officeart/2005/8/layout/hProcess9"/>
    <dgm:cxn modelId="{0D045871-E140-4194-9861-BB452F64DD09}" type="presParOf" srcId="{CF99AC56-8DF7-47F3-9E22-0000D59B0418}" destId="{342ADE62-CCBF-477E-B84F-EA28A5CFDB1F}" srcOrd="5" destOrd="0" presId="urn:microsoft.com/office/officeart/2005/8/layout/hProcess9"/>
    <dgm:cxn modelId="{0586C849-B22C-4651-B7A7-0B6652AF4A91}" type="presParOf" srcId="{CF99AC56-8DF7-47F3-9E22-0000D59B0418}" destId="{0AF425E1-E157-4EED-8918-F284DCACA113}"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D1ED649-53C6-4B13-A316-D639AA4FDD4E}" type="doc">
      <dgm:prSet loTypeId="urn:microsoft.com/office/officeart/2005/8/layout/hProcess9" loCatId="process" qsTypeId="urn:microsoft.com/office/officeart/2005/8/quickstyle/simple1" qsCatId="simple" csTypeId="urn:microsoft.com/office/officeart/2005/8/colors/colorful2" csCatId="colorful" phldr="1"/>
      <dgm:spPr/>
      <dgm:t>
        <a:bodyPr/>
        <a:lstStyle/>
        <a:p>
          <a:endParaRPr lang="zh-CN" altLang="en-US"/>
        </a:p>
      </dgm:t>
    </dgm:pt>
    <dgm:pt modelId="{9E7ED398-807D-446F-B99D-8E6D561FA40B}">
      <dgm:prSet/>
      <dgm:spPr/>
      <dgm:t>
        <a:bodyPr/>
        <a:lstStyle/>
        <a:p>
          <a:pPr rtl="0"/>
          <a:r>
            <a:rPr lang="zh-CN" smtClean="0"/>
            <a:t>测量线终端接上待测负载</a:t>
          </a:r>
          <a:endParaRPr lang="zh-CN"/>
        </a:p>
      </dgm:t>
    </dgm:pt>
    <dgm:pt modelId="{AB3A6E57-CB83-459F-9504-1AEC1AC69A53}" type="parTrans" cxnId="{C411712F-ADE0-4A23-8C62-6272C3506D13}">
      <dgm:prSet/>
      <dgm:spPr/>
      <dgm:t>
        <a:bodyPr/>
        <a:lstStyle/>
        <a:p>
          <a:endParaRPr lang="zh-CN" altLang="en-US"/>
        </a:p>
      </dgm:t>
    </dgm:pt>
    <dgm:pt modelId="{52B6D39A-8521-435E-A360-15E0A97286D7}" type="sibTrans" cxnId="{C411712F-ADE0-4A23-8C62-6272C3506D13}">
      <dgm:prSet/>
      <dgm:spPr/>
      <dgm:t>
        <a:bodyPr/>
        <a:lstStyle/>
        <a:p>
          <a:endParaRPr lang="zh-CN" altLang="en-US"/>
        </a:p>
      </dgm:t>
    </dgm:pt>
    <dgm:pt modelId="{3DE2CFE6-519A-4F80-A6B0-EA3100DC0B84}">
      <dgm:prSet/>
      <dgm:spPr/>
      <dgm:t>
        <a:bodyPr/>
        <a:lstStyle/>
        <a:p>
          <a:pPr rtl="0"/>
          <a:r>
            <a:rPr lang="zh-CN" dirty="0" smtClean="0"/>
            <a:t>移动探针至测量线中间部位的波腹点</a:t>
          </a:r>
          <a:endParaRPr lang="zh-CN" dirty="0"/>
        </a:p>
      </dgm:t>
    </dgm:pt>
    <dgm:pt modelId="{1AA86DAA-936C-4E98-9895-E245604115DC}" type="parTrans" cxnId="{6DA08F37-4F45-46FF-8972-B41D8EE85C90}">
      <dgm:prSet/>
      <dgm:spPr/>
      <dgm:t>
        <a:bodyPr/>
        <a:lstStyle/>
        <a:p>
          <a:endParaRPr lang="zh-CN" altLang="en-US"/>
        </a:p>
      </dgm:t>
    </dgm:pt>
    <dgm:pt modelId="{B8CFD64A-4535-443F-815B-B5EF5AE22CD1}" type="sibTrans" cxnId="{6DA08F37-4F45-46FF-8972-B41D8EE85C90}">
      <dgm:prSet/>
      <dgm:spPr/>
      <dgm:t>
        <a:bodyPr/>
        <a:lstStyle/>
        <a:p>
          <a:endParaRPr lang="zh-CN" altLang="en-US"/>
        </a:p>
      </dgm:t>
    </dgm:pt>
    <dgm:pt modelId="{B525AA24-2291-4C17-8DBC-A12F8149ACA9}">
      <dgm:prSet/>
      <dgm:spPr/>
      <dgm:t>
        <a:bodyPr/>
        <a:lstStyle/>
        <a:p>
          <a:pPr rtl="0"/>
          <a:r>
            <a:rPr lang="zh-CN" dirty="0" smtClean="0"/>
            <a:t>调整信号大小使波腹点的检波指示值达到满量程</a:t>
          </a:r>
          <a:endParaRPr lang="zh-CN" dirty="0"/>
        </a:p>
      </dgm:t>
    </dgm:pt>
    <dgm:pt modelId="{833F5507-A299-4B27-9ED7-BC7D72E40F39}" type="parTrans" cxnId="{444D044B-0B17-40E6-BD43-53FCC611132D}">
      <dgm:prSet/>
      <dgm:spPr/>
      <dgm:t>
        <a:bodyPr/>
        <a:lstStyle/>
        <a:p>
          <a:endParaRPr lang="zh-CN" altLang="en-US"/>
        </a:p>
      </dgm:t>
    </dgm:pt>
    <dgm:pt modelId="{11F328AE-662D-4DCC-B250-F3993CBA2575}" type="sibTrans" cxnId="{444D044B-0B17-40E6-BD43-53FCC611132D}">
      <dgm:prSet/>
      <dgm:spPr/>
      <dgm:t>
        <a:bodyPr/>
        <a:lstStyle/>
        <a:p>
          <a:endParaRPr lang="zh-CN" altLang="en-US"/>
        </a:p>
      </dgm:t>
    </dgm:pt>
    <dgm:pt modelId="{5898C396-F48E-4729-9F62-32925935DC41}">
      <dgm:prSet/>
      <dgm:spPr/>
      <dgm:t>
        <a:bodyPr/>
        <a:lstStyle/>
        <a:p>
          <a:pPr rtl="0"/>
          <a:r>
            <a:rPr lang="zh-CN" dirty="0" smtClean="0"/>
            <a:t>移动探针至相邻波节点</a:t>
          </a:r>
          <a:endParaRPr lang="zh-CN" dirty="0"/>
        </a:p>
      </dgm:t>
    </dgm:pt>
    <dgm:pt modelId="{53E3101C-24E9-4C36-9561-54247C95546D}" type="parTrans" cxnId="{AE943AB8-22EF-4585-94F6-EBAFA78E92AF}">
      <dgm:prSet/>
      <dgm:spPr/>
      <dgm:t>
        <a:bodyPr/>
        <a:lstStyle/>
        <a:p>
          <a:endParaRPr lang="zh-CN" altLang="en-US"/>
        </a:p>
      </dgm:t>
    </dgm:pt>
    <dgm:pt modelId="{00720C3C-D940-4063-84A2-088603CD1B02}" type="sibTrans" cxnId="{AE943AB8-22EF-4585-94F6-EBAFA78E92AF}">
      <dgm:prSet/>
      <dgm:spPr/>
      <dgm:t>
        <a:bodyPr/>
        <a:lstStyle/>
        <a:p>
          <a:endParaRPr lang="zh-CN" altLang="en-US"/>
        </a:p>
      </dgm:t>
    </dgm:pt>
    <dgm:pt modelId="{8F417D88-D29E-4A06-9E07-0B7DBC85050C}">
      <dgm:prSet/>
      <dgm:spPr/>
      <dgm:t>
        <a:bodyPr/>
        <a:lstStyle/>
        <a:p>
          <a:pPr rtl="0"/>
          <a:r>
            <a:rPr lang="zh-CN" dirty="0" smtClean="0"/>
            <a:t>读取指针指示的选频放大器驻波比刻度线上的刻度值</a:t>
          </a:r>
          <a:endParaRPr lang="zh-CN" dirty="0"/>
        </a:p>
      </dgm:t>
    </dgm:pt>
    <dgm:pt modelId="{E48A30D5-9260-418E-8808-5D3BE1F6C392}" type="parTrans" cxnId="{AAFF0044-C487-4110-9F43-CCEBC4E98B8B}">
      <dgm:prSet/>
      <dgm:spPr/>
      <dgm:t>
        <a:bodyPr/>
        <a:lstStyle/>
        <a:p>
          <a:endParaRPr lang="zh-CN" altLang="en-US"/>
        </a:p>
      </dgm:t>
    </dgm:pt>
    <dgm:pt modelId="{00CEA0AA-693A-47F8-A162-9E9E293E0D4F}" type="sibTrans" cxnId="{AAFF0044-C487-4110-9F43-CCEBC4E98B8B}">
      <dgm:prSet/>
      <dgm:spPr/>
      <dgm:t>
        <a:bodyPr/>
        <a:lstStyle/>
        <a:p>
          <a:endParaRPr lang="zh-CN" altLang="en-US"/>
        </a:p>
      </dgm:t>
    </dgm:pt>
    <dgm:pt modelId="{E1EBF6EC-2128-49DC-85FF-8AD39DD101C1}">
      <dgm:prSet/>
      <dgm:spPr/>
      <dgm:t>
        <a:bodyPr/>
        <a:lstStyle/>
        <a:p>
          <a:pPr rtl="0"/>
          <a:r>
            <a:rPr lang="zh-CN" dirty="0" smtClean="0"/>
            <a:t>得到驻波比的值</a:t>
          </a:r>
          <a:endParaRPr lang="zh-CN" dirty="0"/>
        </a:p>
      </dgm:t>
    </dgm:pt>
    <dgm:pt modelId="{C4A159D8-0CFE-40C3-A7E1-50D6D3501933}" type="parTrans" cxnId="{E4C266E9-3EE5-4954-AAD2-E1E5CD40AD99}">
      <dgm:prSet/>
      <dgm:spPr/>
      <dgm:t>
        <a:bodyPr/>
        <a:lstStyle/>
        <a:p>
          <a:endParaRPr lang="zh-CN" altLang="en-US"/>
        </a:p>
      </dgm:t>
    </dgm:pt>
    <dgm:pt modelId="{5B57C176-20BD-4D8F-B88E-EA91EF91C0D7}" type="sibTrans" cxnId="{E4C266E9-3EE5-4954-AAD2-E1E5CD40AD99}">
      <dgm:prSet/>
      <dgm:spPr/>
      <dgm:t>
        <a:bodyPr/>
        <a:lstStyle/>
        <a:p>
          <a:endParaRPr lang="zh-CN" altLang="en-US"/>
        </a:p>
      </dgm:t>
    </dgm:pt>
    <dgm:pt modelId="{FED7E07C-2341-482F-BC0A-5381331F31D7}" type="pres">
      <dgm:prSet presAssocID="{0D1ED649-53C6-4B13-A316-D639AA4FDD4E}" presName="CompostProcess" presStyleCnt="0">
        <dgm:presLayoutVars>
          <dgm:dir/>
          <dgm:resizeHandles val="exact"/>
        </dgm:presLayoutVars>
      </dgm:prSet>
      <dgm:spPr/>
    </dgm:pt>
    <dgm:pt modelId="{BDAA7AF1-E002-4B3F-96B2-A039F9D6EA0A}" type="pres">
      <dgm:prSet presAssocID="{0D1ED649-53C6-4B13-A316-D639AA4FDD4E}" presName="arrow" presStyleLbl="bgShp" presStyleIdx="0" presStyleCnt="1"/>
      <dgm:spPr/>
      <dgm:t>
        <a:bodyPr/>
        <a:lstStyle/>
        <a:p>
          <a:endParaRPr lang="zh-CN" altLang="en-US"/>
        </a:p>
      </dgm:t>
    </dgm:pt>
    <dgm:pt modelId="{65CB165B-F773-44D2-83D7-89407B78D51D}" type="pres">
      <dgm:prSet presAssocID="{0D1ED649-53C6-4B13-A316-D639AA4FDD4E}" presName="linearProcess" presStyleCnt="0"/>
      <dgm:spPr/>
    </dgm:pt>
    <dgm:pt modelId="{A35E4F1E-CFBF-4C83-976A-C1155C1D12B3}" type="pres">
      <dgm:prSet presAssocID="{9E7ED398-807D-446F-B99D-8E6D561FA40B}" presName="textNode" presStyleLbl="node1" presStyleIdx="0" presStyleCnt="6">
        <dgm:presLayoutVars>
          <dgm:bulletEnabled val="1"/>
        </dgm:presLayoutVars>
      </dgm:prSet>
      <dgm:spPr>
        <a:prstGeom prst="snip2DiagRect">
          <a:avLst/>
        </a:prstGeom>
      </dgm:spPr>
    </dgm:pt>
    <dgm:pt modelId="{0EC91A03-314D-4D80-947E-803548952C8E}" type="pres">
      <dgm:prSet presAssocID="{52B6D39A-8521-435E-A360-15E0A97286D7}" presName="sibTrans" presStyleCnt="0"/>
      <dgm:spPr/>
    </dgm:pt>
    <dgm:pt modelId="{39C4B68C-07B8-481D-834B-BAE562938FB2}" type="pres">
      <dgm:prSet presAssocID="{3DE2CFE6-519A-4F80-A6B0-EA3100DC0B84}" presName="textNode" presStyleLbl="node1" presStyleIdx="1" presStyleCnt="6">
        <dgm:presLayoutVars>
          <dgm:bulletEnabled val="1"/>
        </dgm:presLayoutVars>
      </dgm:prSet>
      <dgm:spPr>
        <a:prstGeom prst="snip2DiagRect">
          <a:avLst/>
        </a:prstGeom>
      </dgm:spPr>
      <dgm:t>
        <a:bodyPr/>
        <a:lstStyle/>
        <a:p>
          <a:endParaRPr lang="zh-CN" altLang="en-US"/>
        </a:p>
      </dgm:t>
    </dgm:pt>
    <dgm:pt modelId="{DF5E1EF5-DBC1-4332-9FBB-424DA3F1E706}" type="pres">
      <dgm:prSet presAssocID="{B8CFD64A-4535-443F-815B-B5EF5AE22CD1}" presName="sibTrans" presStyleCnt="0"/>
      <dgm:spPr/>
    </dgm:pt>
    <dgm:pt modelId="{4894021B-6963-4967-BCD1-0DD948A0A3F5}" type="pres">
      <dgm:prSet presAssocID="{B525AA24-2291-4C17-8DBC-A12F8149ACA9}" presName="textNode" presStyleLbl="node1" presStyleIdx="2" presStyleCnt="6">
        <dgm:presLayoutVars>
          <dgm:bulletEnabled val="1"/>
        </dgm:presLayoutVars>
      </dgm:prSet>
      <dgm:spPr>
        <a:prstGeom prst="snip2DiagRect">
          <a:avLst/>
        </a:prstGeom>
      </dgm:spPr>
      <dgm:t>
        <a:bodyPr/>
        <a:lstStyle/>
        <a:p>
          <a:endParaRPr lang="zh-CN" altLang="en-US"/>
        </a:p>
      </dgm:t>
    </dgm:pt>
    <dgm:pt modelId="{993A8839-0E3E-4636-8FA2-482412A6D626}" type="pres">
      <dgm:prSet presAssocID="{11F328AE-662D-4DCC-B250-F3993CBA2575}" presName="sibTrans" presStyleCnt="0"/>
      <dgm:spPr/>
    </dgm:pt>
    <dgm:pt modelId="{7C473CFD-E6BB-4FF9-9E20-FFBDD12F3142}" type="pres">
      <dgm:prSet presAssocID="{5898C396-F48E-4729-9F62-32925935DC41}" presName="textNode" presStyleLbl="node1" presStyleIdx="3" presStyleCnt="6">
        <dgm:presLayoutVars>
          <dgm:bulletEnabled val="1"/>
        </dgm:presLayoutVars>
      </dgm:prSet>
      <dgm:spPr>
        <a:prstGeom prst="snip2DiagRect">
          <a:avLst/>
        </a:prstGeom>
      </dgm:spPr>
      <dgm:t>
        <a:bodyPr/>
        <a:lstStyle/>
        <a:p>
          <a:endParaRPr lang="zh-CN" altLang="en-US"/>
        </a:p>
      </dgm:t>
    </dgm:pt>
    <dgm:pt modelId="{3407895E-60A6-413A-8813-AB5D472DE56A}" type="pres">
      <dgm:prSet presAssocID="{00720C3C-D940-4063-84A2-088603CD1B02}" presName="sibTrans" presStyleCnt="0"/>
      <dgm:spPr/>
    </dgm:pt>
    <dgm:pt modelId="{FCB748E6-5576-4006-BA28-A56C976AF5E8}" type="pres">
      <dgm:prSet presAssocID="{8F417D88-D29E-4A06-9E07-0B7DBC85050C}" presName="textNode" presStyleLbl="node1" presStyleIdx="4" presStyleCnt="6">
        <dgm:presLayoutVars>
          <dgm:bulletEnabled val="1"/>
        </dgm:presLayoutVars>
      </dgm:prSet>
      <dgm:spPr>
        <a:prstGeom prst="snip2DiagRect">
          <a:avLst/>
        </a:prstGeom>
      </dgm:spPr>
      <dgm:t>
        <a:bodyPr/>
        <a:lstStyle/>
        <a:p>
          <a:endParaRPr lang="zh-CN" altLang="en-US"/>
        </a:p>
      </dgm:t>
    </dgm:pt>
    <dgm:pt modelId="{C109B2FF-1D4F-4679-807B-B37A47D29D64}" type="pres">
      <dgm:prSet presAssocID="{00CEA0AA-693A-47F8-A162-9E9E293E0D4F}" presName="sibTrans" presStyleCnt="0"/>
      <dgm:spPr/>
    </dgm:pt>
    <dgm:pt modelId="{0130F6E4-3A1E-41CD-8DD9-9FE154A871FC}" type="pres">
      <dgm:prSet presAssocID="{E1EBF6EC-2128-49DC-85FF-8AD39DD101C1}" presName="textNode" presStyleLbl="node1" presStyleIdx="5" presStyleCnt="6">
        <dgm:presLayoutVars>
          <dgm:bulletEnabled val="1"/>
        </dgm:presLayoutVars>
      </dgm:prSet>
      <dgm:spPr>
        <a:prstGeom prst="snip2DiagRect">
          <a:avLst/>
        </a:prstGeom>
      </dgm:spPr>
      <dgm:t>
        <a:bodyPr/>
        <a:lstStyle/>
        <a:p>
          <a:endParaRPr lang="zh-CN" altLang="en-US"/>
        </a:p>
      </dgm:t>
    </dgm:pt>
  </dgm:ptLst>
  <dgm:cxnLst>
    <dgm:cxn modelId="{6DA08F37-4F45-46FF-8972-B41D8EE85C90}" srcId="{0D1ED649-53C6-4B13-A316-D639AA4FDD4E}" destId="{3DE2CFE6-519A-4F80-A6B0-EA3100DC0B84}" srcOrd="1" destOrd="0" parTransId="{1AA86DAA-936C-4E98-9895-E245604115DC}" sibTransId="{B8CFD64A-4535-443F-815B-B5EF5AE22CD1}"/>
    <dgm:cxn modelId="{81BA5A82-C984-4887-B64C-778F99FE23C0}" type="presOf" srcId="{B525AA24-2291-4C17-8DBC-A12F8149ACA9}" destId="{4894021B-6963-4967-BCD1-0DD948A0A3F5}" srcOrd="0" destOrd="0" presId="urn:microsoft.com/office/officeart/2005/8/layout/hProcess9"/>
    <dgm:cxn modelId="{41148E24-3577-4E3F-9296-3C1560BE3DAE}" type="presOf" srcId="{E1EBF6EC-2128-49DC-85FF-8AD39DD101C1}" destId="{0130F6E4-3A1E-41CD-8DD9-9FE154A871FC}" srcOrd="0" destOrd="0" presId="urn:microsoft.com/office/officeart/2005/8/layout/hProcess9"/>
    <dgm:cxn modelId="{444D044B-0B17-40E6-BD43-53FCC611132D}" srcId="{0D1ED649-53C6-4B13-A316-D639AA4FDD4E}" destId="{B525AA24-2291-4C17-8DBC-A12F8149ACA9}" srcOrd="2" destOrd="0" parTransId="{833F5507-A299-4B27-9ED7-BC7D72E40F39}" sibTransId="{11F328AE-662D-4DCC-B250-F3993CBA2575}"/>
    <dgm:cxn modelId="{5F96974A-89A3-4C63-8BEC-5E0A141B20EE}" type="presOf" srcId="{8F417D88-D29E-4A06-9E07-0B7DBC85050C}" destId="{FCB748E6-5576-4006-BA28-A56C976AF5E8}" srcOrd="0" destOrd="0" presId="urn:microsoft.com/office/officeart/2005/8/layout/hProcess9"/>
    <dgm:cxn modelId="{B8EE5815-ADBA-46B8-9183-55074468D69F}" type="presOf" srcId="{5898C396-F48E-4729-9F62-32925935DC41}" destId="{7C473CFD-E6BB-4FF9-9E20-FFBDD12F3142}" srcOrd="0" destOrd="0" presId="urn:microsoft.com/office/officeart/2005/8/layout/hProcess9"/>
    <dgm:cxn modelId="{2E36CAD3-39CE-4A6E-824A-73625E53A3AE}" type="presOf" srcId="{3DE2CFE6-519A-4F80-A6B0-EA3100DC0B84}" destId="{39C4B68C-07B8-481D-834B-BAE562938FB2}" srcOrd="0" destOrd="0" presId="urn:microsoft.com/office/officeart/2005/8/layout/hProcess9"/>
    <dgm:cxn modelId="{AE943AB8-22EF-4585-94F6-EBAFA78E92AF}" srcId="{0D1ED649-53C6-4B13-A316-D639AA4FDD4E}" destId="{5898C396-F48E-4729-9F62-32925935DC41}" srcOrd="3" destOrd="0" parTransId="{53E3101C-24E9-4C36-9561-54247C95546D}" sibTransId="{00720C3C-D940-4063-84A2-088603CD1B02}"/>
    <dgm:cxn modelId="{E4C266E9-3EE5-4954-AAD2-E1E5CD40AD99}" srcId="{0D1ED649-53C6-4B13-A316-D639AA4FDD4E}" destId="{E1EBF6EC-2128-49DC-85FF-8AD39DD101C1}" srcOrd="5" destOrd="0" parTransId="{C4A159D8-0CFE-40C3-A7E1-50D6D3501933}" sibTransId="{5B57C176-20BD-4D8F-B88E-EA91EF91C0D7}"/>
    <dgm:cxn modelId="{81ED9D4D-9D6D-4AAD-985F-D1DD48A4BD2F}" type="presOf" srcId="{9E7ED398-807D-446F-B99D-8E6D561FA40B}" destId="{A35E4F1E-CFBF-4C83-976A-C1155C1D12B3}" srcOrd="0" destOrd="0" presId="urn:microsoft.com/office/officeart/2005/8/layout/hProcess9"/>
    <dgm:cxn modelId="{9B3F7226-99CB-428D-84DD-D2D92BA4D876}" type="presOf" srcId="{0D1ED649-53C6-4B13-A316-D639AA4FDD4E}" destId="{FED7E07C-2341-482F-BC0A-5381331F31D7}" srcOrd="0" destOrd="0" presId="urn:microsoft.com/office/officeart/2005/8/layout/hProcess9"/>
    <dgm:cxn modelId="{AAFF0044-C487-4110-9F43-CCEBC4E98B8B}" srcId="{0D1ED649-53C6-4B13-A316-D639AA4FDD4E}" destId="{8F417D88-D29E-4A06-9E07-0B7DBC85050C}" srcOrd="4" destOrd="0" parTransId="{E48A30D5-9260-418E-8808-5D3BE1F6C392}" sibTransId="{00CEA0AA-693A-47F8-A162-9E9E293E0D4F}"/>
    <dgm:cxn modelId="{C411712F-ADE0-4A23-8C62-6272C3506D13}" srcId="{0D1ED649-53C6-4B13-A316-D639AA4FDD4E}" destId="{9E7ED398-807D-446F-B99D-8E6D561FA40B}" srcOrd="0" destOrd="0" parTransId="{AB3A6E57-CB83-459F-9504-1AEC1AC69A53}" sibTransId="{52B6D39A-8521-435E-A360-15E0A97286D7}"/>
    <dgm:cxn modelId="{E7C6E9DE-212F-4FA6-A900-F617F6E5F784}" type="presParOf" srcId="{FED7E07C-2341-482F-BC0A-5381331F31D7}" destId="{BDAA7AF1-E002-4B3F-96B2-A039F9D6EA0A}" srcOrd="0" destOrd="0" presId="urn:microsoft.com/office/officeart/2005/8/layout/hProcess9"/>
    <dgm:cxn modelId="{2DE44351-F973-40C6-9272-AFE814A283DC}" type="presParOf" srcId="{FED7E07C-2341-482F-BC0A-5381331F31D7}" destId="{65CB165B-F773-44D2-83D7-89407B78D51D}" srcOrd="1" destOrd="0" presId="urn:microsoft.com/office/officeart/2005/8/layout/hProcess9"/>
    <dgm:cxn modelId="{AB5C56DD-1813-4AC9-8020-3F8956A59C71}" type="presParOf" srcId="{65CB165B-F773-44D2-83D7-89407B78D51D}" destId="{A35E4F1E-CFBF-4C83-976A-C1155C1D12B3}" srcOrd="0" destOrd="0" presId="urn:microsoft.com/office/officeart/2005/8/layout/hProcess9"/>
    <dgm:cxn modelId="{F5E9B26C-D97D-4CB7-87AF-EF7E6D46D843}" type="presParOf" srcId="{65CB165B-F773-44D2-83D7-89407B78D51D}" destId="{0EC91A03-314D-4D80-947E-803548952C8E}" srcOrd="1" destOrd="0" presId="urn:microsoft.com/office/officeart/2005/8/layout/hProcess9"/>
    <dgm:cxn modelId="{473EA4D9-02A5-4E09-AFFB-C67A1CE0CE12}" type="presParOf" srcId="{65CB165B-F773-44D2-83D7-89407B78D51D}" destId="{39C4B68C-07B8-481D-834B-BAE562938FB2}" srcOrd="2" destOrd="0" presId="urn:microsoft.com/office/officeart/2005/8/layout/hProcess9"/>
    <dgm:cxn modelId="{8BBABB02-E341-40FB-A075-614DE8C0B7A3}" type="presParOf" srcId="{65CB165B-F773-44D2-83D7-89407B78D51D}" destId="{DF5E1EF5-DBC1-4332-9FBB-424DA3F1E706}" srcOrd="3" destOrd="0" presId="urn:microsoft.com/office/officeart/2005/8/layout/hProcess9"/>
    <dgm:cxn modelId="{DCD70481-8F4E-4410-996D-95B5869F928A}" type="presParOf" srcId="{65CB165B-F773-44D2-83D7-89407B78D51D}" destId="{4894021B-6963-4967-BCD1-0DD948A0A3F5}" srcOrd="4" destOrd="0" presId="urn:microsoft.com/office/officeart/2005/8/layout/hProcess9"/>
    <dgm:cxn modelId="{190C389C-E845-46CF-A6EE-AF921990E46C}" type="presParOf" srcId="{65CB165B-F773-44D2-83D7-89407B78D51D}" destId="{993A8839-0E3E-4636-8FA2-482412A6D626}" srcOrd="5" destOrd="0" presId="urn:microsoft.com/office/officeart/2005/8/layout/hProcess9"/>
    <dgm:cxn modelId="{D1372E59-5F83-442E-9CCA-7D8A590F2941}" type="presParOf" srcId="{65CB165B-F773-44D2-83D7-89407B78D51D}" destId="{7C473CFD-E6BB-4FF9-9E20-FFBDD12F3142}" srcOrd="6" destOrd="0" presId="urn:microsoft.com/office/officeart/2005/8/layout/hProcess9"/>
    <dgm:cxn modelId="{83A6355B-0917-42D4-99B6-D44E0C42FB70}" type="presParOf" srcId="{65CB165B-F773-44D2-83D7-89407B78D51D}" destId="{3407895E-60A6-413A-8813-AB5D472DE56A}" srcOrd="7" destOrd="0" presId="urn:microsoft.com/office/officeart/2005/8/layout/hProcess9"/>
    <dgm:cxn modelId="{6BE9D1EE-9664-4B47-A091-C6883E99B421}" type="presParOf" srcId="{65CB165B-F773-44D2-83D7-89407B78D51D}" destId="{FCB748E6-5576-4006-BA28-A56C976AF5E8}" srcOrd="8" destOrd="0" presId="urn:microsoft.com/office/officeart/2005/8/layout/hProcess9"/>
    <dgm:cxn modelId="{2D9AB3C8-0DB6-4915-A8BA-75A4E6AF3412}" type="presParOf" srcId="{65CB165B-F773-44D2-83D7-89407B78D51D}" destId="{C109B2FF-1D4F-4679-807B-B37A47D29D64}" srcOrd="9" destOrd="0" presId="urn:microsoft.com/office/officeart/2005/8/layout/hProcess9"/>
    <dgm:cxn modelId="{B70FF044-59F5-4096-882F-199D2B776C3B}" type="presParOf" srcId="{65CB165B-F773-44D2-83D7-89407B78D51D}" destId="{0130F6E4-3A1E-41CD-8DD9-9FE154A871FC}"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46C32CD-F9D4-417E-9B7D-D6196E7906D3}" type="doc">
      <dgm:prSet loTypeId="urn:microsoft.com/office/officeart/2005/8/layout/hProcess9" loCatId="process" qsTypeId="urn:microsoft.com/office/officeart/2005/8/quickstyle/simple1" qsCatId="simple" csTypeId="urn:microsoft.com/office/officeart/2005/8/colors/colorful2" csCatId="colorful"/>
      <dgm:spPr/>
      <dgm:t>
        <a:bodyPr/>
        <a:lstStyle/>
        <a:p>
          <a:endParaRPr lang="zh-CN" altLang="en-US"/>
        </a:p>
      </dgm:t>
    </dgm:pt>
    <dgm:pt modelId="{E7D86539-7412-4D3C-B522-BCD4C75AB936}">
      <dgm:prSet/>
      <dgm:spPr/>
      <dgm:t>
        <a:bodyPr/>
        <a:lstStyle/>
        <a:p>
          <a:pPr algn="just" rtl="0"/>
          <a:r>
            <a:rPr lang="zh-CN" dirty="0" smtClean="0"/>
            <a:t>测量线探针放置波腹点位置时</a:t>
          </a:r>
          <a:r>
            <a:rPr lang="en-US" dirty="0" smtClean="0"/>
            <a:t>,</a:t>
          </a:r>
          <a:r>
            <a:rPr lang="zh-CN" dirty="0" smtClean="0"/>
            <a:t>调整指示至满量程</a:t>
          </a:r>
          <a:r>
            <a:rPr lang="en-US" dirty="0" smtClean="0"/>
            <a:t>; </a:t>
          </a:r>
          <a:endParaRPr lang="zh-CN" dirty="0"/>
        </a:p>
      </dgm:t>
    </dgm:pt>
    <dgm:pt modelId="{95F64F9E-062D-4642-B248-D1E098AD9A11}" type="parTrans" cxnId="{F23C3870-06A6-471A-A536-14E5F76E3328}">
      <dgm:prSet/>
      <dgm:spPr/>
      <dgm:t>
        <a:bodyPr/>
        <a:lstStyle/>
        <a:p>
          <a:endParaRPr lang="zh-CN" altLang="en-US"/>
        </a:p>
      </dgm:t>
    </dgm:pt>
    <dgm:pt modelId="{984B7255-B885-47A9-8D20-477806769E82}" type="sibTrans" cxnId="{F23C3870-06A6-471A-A536-14E5F76E3328}">
      <dgm:prSet/>
      <dgm:spPr/>
      <dgm:t>
        <a:bodyPr/>
        <a:lstStyle/>
        <a:p>
          <a:endParaRPr lang="zh-CN" altLang="en-US"/>
        </a:p>
      </dgm:t>
    </dgm:pt>
    <dgm:pt modelId="{155621D1-5450-40A1-8BE5-1423752847CC}">
      <dgm:prSet/>
      <dgm:spPr/>
      <dgm:t>
        <a:bodyPr/>
        <a:lstStyle/>
        <a:p>
          <a:pPr algn="just" rtl="0"/>
          <a:r>
            <a:rPr lang="zh-CN" dirty="0" smtClean="0"/>
            <a:t>移动测量线探针至相邻波节点</a:t>
          </a:r>
          <a:r>
            <a:rPr lang="en-US" dirty="0" smtClean="0"/>
            <a:t>,</a:t>
          </a:r>
          <a:r>
            <a:rPr lang="zh-CN" dirty="0" smtClean="0"/>
            <a:t>读取驻波比刻度线上的值</a:t>
          </a:r>
          <a:r>
            <a:rPr lang="en-US" dirty="0" smtClean="0"/>
            <a:t>,</a:t>
          </a:r>
          <a:r>
            <a:rPr lang="zh-CN" dirty="0" smtClean="0"/>
            <a:t>即为</a:t>
          </a:r>
          <a:r>
            <a:rPr lang="en-US" dirty="0" smtClean="0"/>
            <a:t>S;</a:t>
          </a:r>
          <a:endParaRPr lang="zh-CN" dirty="0"/>
        </a:p>
      </dgm:t>
    </dgm:pt>
    <dgm:pt modelId="{23417CB5-0EA3-4118-88B7-A27BC865B4D5}" type="parTrans" cxnId="{BCF9E368-B754-4FCF-9ADC-03F2DF052A85}">
      <dgm:prSet/>
      <dgm:spPr/>
      <dgm:t>
        <a:bodyPr/>
        <a:lstStyle/>
        <a:p>
          <a:endParaRPr lang="zh-CN" altLang="en-US"/>
        </a:p>
      </dgm:t>
    </dgm:pt>
    <dgm:pt modelId="{F07C22D0-2221-4B2C-98A9-8CBDD66A6BAF}" type="sibTrans" cxnId="{BCF9E368-B754-4FCF-9ADC-03F2DF052A85}">
      <dgm:prSet/>
      <dgm:spPr/>
      <dgm:t>
        <a:bodyPr/>
        <a:lstStyle/>
        <a:p>
          <a:endParaRPr lang="zh-CN" altLang="en-US"/>
        </a:p>
      </dgm:t>
    </dgm:pt>
    <dgm:pt modelId="{34792E50-53A7-4E96-82AF-2DE87ACA5F4D}">
      <dgm:prSet/>
      <dgm:spPr/>
      <dgm:t>
        <a:bodyPr/>
        <a:lstStyle/>
        <a:p>
          <a:pPr algn="just" rtl="0"/>
          <a:r>
            <a:rPr lang="zh-CN" dirty="0" smtClean="0"/>
            <a:t>如果超过</a:t>
          </a:r>
          <a:r>
            <a:rPr lang="en-US" dirty="0" smtClean="0"/>
            <a:t>1-4</a:t>
          </a:r>
          <a:r>
            <a:rPr lang="zh-CN" dirty="0" smtClean="0"/>
            <a:t>量程</a:t>
          </a:r>
          <a:r>
            <a:rPr lang="en-US" dirty="0" smtClean="0"/>
            <a:t>,</a:t>
          </a:r>
          <a:r>
            <a:rPr lang="zh-CN" dirty="0" smtClean="0"/>
            <a:t>则增大一档选放分贝档</a:t>
          </a:r>
          <a:r>
            <a:rPr lang="en-US" dirty="0" smtClean="0"/>
            <a:t>,</a:t>
          </a:r>
          <a:r>
            <a:rPr lang="zh-CN" dirty="0" smtClean="0"/>
            <a:t>读取</a:t>
          </a:r>
          <a:r>
            <a:rPr lang="en-US" i="1" dirty="0" smtClean="0"/>
            <a:t>3.2-10</a:t>
          </a:r>
          <a:r>
            <a:rPr lang="zh-CN" dirty="0" smtClean="0"/>
            <a:t>量程上的值。</a:t>
          </a:r>
          <a:endParaRPr lang="zh-CN" dirty="0"/>
        </a:p>
      </dgm:t>
    </dgm:pt>
    <dgm:pt modelId="{CD039212-4459-4052-BF60-094D4459AE92}" type="parTrans" cxnId="{48B9490B-AFC0-482B-B5F4-B6C02FA9BF12}">
      <dgm:prSet/>
      <dgm:spPr/>
      <dgm:t>
        <a:bodyPr/>
        <a:lstStyle/>
        <a:p>
          <a:endParaRPr lang="zh-CN" altLang="en-US"/>
        </a:p>
      </dgm:t>
    </dgm:pt>
    <dgm:pt modelId="{4A443E9F-E32E-4F62-8755-B8251D2D1EA4}" type="sibTrans" cxnId="{48B9490B-AFC0-482B-B5F4-B6C02FA9BF12}">
      <dgm:prSet/>
      <dgm:spPr/>
      <dgm:t>
        <a:bodyPr/>
        <a:lstStyle/>
        <a:p>
          <a:endParaRPr lang="zh-CN" altLang="en-US"/>
        </a:p>
      </dgm:t>
    </dgm:pt>
    <dgm:pt modelId="{0D98CD8D-590D-4F9C-AC75-01523DBA028D}" type="pres">
      <dgm:prSet presAssocID="{C46C32CD-F9D4-417E-9B7D-D6196E7906D3}" presName="CompostProcess" presStyleCnt="0">
        <dgm:presLayoutVars>
          <dgm:dir/>
          <dgm:resizeHandles val="exact"/>
        </dgm:presLayoutVars>
      </dgm:prSet>
      <dgm:spPr/>
    </dgm:pt>
    <dgm:pt modelId="{D5CCD427-B42D-4A01-9F67-104882A7FCED}" type="pres">
      <dgm:prSet presAssocID="{C46C32CD-F9D4-417E-9B7D-D6196E7906D3}" presName="arrow" presStyleLbl="bgShp" presStyleIdx="0" presStyleCnt="1"/>
      <dgm:spPr/>
    </dgm:pt>
    <dgm:pt modelId="{C70E23A8-00E2-4DDC-A989-32D152A59895}" type="pres">
      <dgm:prSet presAssocID="{C46C32CD-F9D4-417E-9B7D-D6196E7906D3}" presName="linearProcess" presStyleCnt="0"/>
      <dgm:spPr/>
    </dgm:pt>
    <dgm:pt modelId="{38C2B37E-A9FE-4965-BB49-99E1BECCEFBD}" type="pres">
      <dgm:prSet presAssocID="{E7D86539-7412-4D3C-B522-BCD4C75AB936}" presName="textNode" presStyleLbl="node1" presStyleIdx="0" presStyleCnt="3">
        <dgm:presLayoutVars>
          <dgm:bulletEnabled val="1"/>
        </dgm:presLayoutVars>
      </dgm:prSet>
      <dgm:spPr>
        <a:prstGeom prst="rect">
          <a:avLst/>
        </a:prstGeom>
      </dgm:spPr>
    </dgm:pt>
    <dgm:pt modelId="{DEE2DBFC-1E0D-4CAE-BE3F-13049940673A}" type="pres">
      <dgm:prSet presAssocID="{984B7255-B885-47A9-8D20-477806769E82}" presName="sibTrans" presStyleCnt="0"/>
      <dgm:spPr/>
    </dgm:pt>
    <dgm:pt modelId="{F67876A4-BB30-436E-B2E6-C086F9A8E498}" type="pres">
      <dgm:prSet presAssocID="{155621D1-5450-40A1-8BE5-1423752847CC}" presName="textNode" presStyleLbl="node1" presStyleIdx="1" presStyleCnt="3">
        <dgm:presLayoutVars>
          <dgm:bulletEnabled val="1"/>
        </dgm:presLayoutVars>
      </dgm:prSet>
      <dgm:spPr>
        <a:prstGeom prst="rect">
          <a:avLst/>
        </a:prstGeom>
      </dgm:spPr>
    </dgm:pt>
    <dgm:pt modelId="{B556424E-25AF-4578-90AB-25EF48986DBD}" type="pres">
      <dgm:prSet presAssocID="{F07C22D0-2221-4B2C-98A9-8CBDD66A6BAF}" presName="sibTrans" presStyleCnt="0"/>
      <dgm:spPr/>
    </dgm:pt>
    <dgm:pt modelId="{A10EA755-292B-4333-9F48-F456A3FF1985}" type="pres">
      <dgm:prSet presAssocID="{34792E50-53A7-4E96-82AF-2DE87ACA5F4D}" presName="textNode" presStyleLbl="node1" presStyleIdx="2" presStyleCnt="3">
        <dgm:presLayoutVars>
          <dgm:bulletEnabled val="1"/>
        </dgm:presLayoutVars>
      </dgm:prSet>
      <dgm:spPr>
        <a:prstGeom prst="rect">
          <a:avLst/>
        </a:prstGeom>
      </dgm:spPr>
    </dgm:pt>
  </dgm:ptLst>
  <dgm:cxnLst>
    <dgm:cxn modelId="{AA63C0FC-09AA-47D8-AA8D-20486E90865C}" type="presOf" srcId="{E7D86539-7412-4D3C-B522-BCD4C75AB936}" destId="{38C2B37E-A9FE-4965-BB49-99E1BECCEFBD}" srcOrd="0" destOrd="0" presId="urn:microsoft.com/office/officeart/2005/8/layout/hProcess9"/>
    <dgm:cxn modelId="{D8F25892-39A7-43B1-B153-489032FA662A}" type="presOf" srcId="{C46C32CD-F9D4-417E-9B7D-D6196E7906D3}" destId="{0D98CD8D-590D-4F9C-AC75-01523DBA028D}" srcOrd="0" destOrd="0" presId="urn:microsoft.com/office/officeart/2005/8/layout/hProcess9"/>
    <dgm:cxn modelId="{D25164D2-7A55-42B6-88FD-824A76AD865B}" type="presOf" srcId="{34792E50-53A7-4E96-82AF-2DE87ACA5F4D}" destId="{A10EA755-292B-4333-9F48-F456A3FF1985}" srcOrd="0" destOrd="0" presId="urn:microsoft.com/office/officeart/2005/8/layout/hProcess9"/>
    <dgm:cxn modelId="{BCF9E368-B754-4FCF-9ADC-03F2DF052A85}" srcId="{C46C32CD-F9D4-417E-9B7D-D6196E7906D3}" destId="{155621D1-5450-40A1-8BE5-1423752847CC}" srcOrd="1" destOrd="0" parTransId="{23417CB5-0EA3-4118-88B7-A27BC865B4D5}" sibTransId="{F07C22D0-2221-4B2C-98A9-8CBDD66A6BAF}"/>
    <dgm:cxn modelId="{F23C3870-06A6-471A-A536-14E5F76E3328}" srcId="{C46C32CD-F9D4-417E-9B7D-D6196E7906D3}" destId="{E7D86539-7412-4D3C-B522-BCD4C75AB936}" srcOrd="0" destOrd="0" parTransId="{95F64F9E-062D-4642-B248-D1E098AD9A11}" sibTransId="{984B7255-B885-47A9-8D20-477806769E82}"/>
    <dgm:cxn modelId="{48B9490B-AFC0-482B-B5F4-B6C02FA9BF12}" srcId="{C46C32CD-F9D4-417E-9B7D-D6196E7906D3}" destId="{34792E50-53A7-4E96-82AF-2DE87ACA5F4D}" srcOrd="2" destOrd="0" parTransId="{CD039212-4459-4052-BF60-094D4459AE92}" sibTransId="{4A443E9F-E32E-4F62-8755-B8251D2D1EA4}"/>
    <dgm:cxn modelId="{ACD356B5-09E9-4192-A9DB-778434179631}" type="presOf" srcId="{155621D1-5450-40A1-8BE5-1423752847CC}" destId="{F67876A4-BB30-436E-B2E6-C086F9A8E498}" srcOrd="0" destOrd="0" presId="urn:microsoft.com/office/officeart/2005/8/layout/hProcess9"/>
    <dgm:cxn modelId="{E8712CD6-4F08-4E74-909C-B8E603BCF914}" type="presParOf" srcId="{0D98CD8D-590D-4F9C-AC75-01523DBA028D}" destId="{D5CCD427-B42D-4A01-9F67-104882A7FCED}" srcOrd="0" destOrd="0" presId="urn:microsoft.com/office/officeart/2005/8/layout/hProcess9"/>
    <dgm:cxn modelId="{BBD01EC5-67DF-473F-B564-D453D118C00D}" type="presParOf" srcId="{0D98CD8D-590D-4F9C-AC75-01523DBA028D}" destId="{C70E23A8-00E2-4DDC-A989-32D152A59895}" srcOrd="1" destOrd="0" presId="urn:microsoft.com/office/officeart/2005/8/layout/hProcess9"/>
    <dgm:cxn modelId="{34260AA2-6E07-4E91-A24A-3E272BB1C5C5}" type="presParOf" srcId="{C70E23A8-00E2-4DDC-A989-32D152A59895}" destId="{38C2B37E-A9FE-4965-BB49-99E1BECCEFBD}" srcOrd="0" destOrd="0" presId="urn:microsoft.com/office/officeart/2005/8/layout/hProcess9"/>
    <dgm:cxn modelId="{43412BCC-C76F-4E6E-B827-F39F0547AA34}" type="presParOf" srcId="{C70E23A8-00E2-4DDC-A989-32D152A59895}" destId="{DEE2DBFC-1E0D-4CAE-BE3F-13049940673A}" srcOrd="1" destOrd="0" presId="urn:microsoft.com/office/officeart/2005/8/layout/hProcess9"/>
    <dgm:cxn modelId="{6A83B996-2452-49E9-994B-F2B2C7409C7D}" type="presParOf" srcId="{C70E23A8-00E2-4DDC-A989-32D152A59895}" destId="{F67876A4-BB30-436E-B2E6-C086F9A8E498}" srcOrd="2" destOrd="0" presId="urn:microsoft.com/office/officeart/2005/8/layout/hProcess9"/>
    <dgm:cxn modelId="{AD3A4427-8A3D-4F4B-AD7B-E1002C0BF552}" type="presParOf" srcId="{C70E23A8-00E2-4DDC-A989-32D152A59895}" destId="{B556424E-25AF-4578-90AB-25EF48986DBD}" srcOrd="3" destOrd="0" presId="urn:microsoft.com/office/officeart/2005/8/layout/hProcess9"/>
    <dgm:cxn modelId="{7A6B7C2E-C166-4727-9ED8-824F29539054}" type="presParOf" srcId="{C70E23A8-00E2-4DDC-A989-32D152A59895}" destId="{A10EA755-292B-4333-9F48-F456A3FF1985}"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8D45F22-752D-4F89-AC6F-126FB35F46A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zh-CN" altLang="en-US"/>
        </a:p>
      </dgm:t>
    </dgm:pt>
    <dgm:pt modelId="{2E722FE7-425D-4EE4-9A03-AB71D7B83504}">
      <dgm:prSet/>
      <dgm:spPr/>
      <dgm:t>
        <a:bodyPr/>
        <a:lstStyle/>
        <a:p>
          <a:pPr rtl="0"/>
          <a:r>
            <a:rPr lang="zh-CN" dirty="0" smtClean="0"/>
            <a:t>系统调整</a:t>
          </a:r>
          <a:endParaRPr lang="zh-CN" dirty="0"/>
        </a:p>
      </dgm:t>
    </dgm:pt>
    <dgm:pt modelId="{D7588D86-5A30-4BE7-8E36-187FCB0B6423}" type="parTrans" cxnId="{CB200DE1-C7DF-4F42-A12D-8E106C1C5037}">
      <dgm:prSet/>
      <dgm:spPr/>
      <dgm:t>
        <a:bodyPr/>
        <a:lstStyle/>
        <a:p>
          <a:endParaRPr lang="zh-CN" altLang="en-US"/>
        </a:p>
      </dgm:t>
    </dgm:pt>
    <dgm:pt modelId="{39B03195-84A1-4FBA-A308-1FDE61FB2AC3}" type="sibTrans" cxnId="{CB200DE1-C7DF-4F42-A12D-8E106C1C5037}">
      <dgm:prSet/>
      <dgm:spPr/>
      <dgm:t>
        <a:bodyPr/>
        <a:lstStyle/>
        <a:p>
          <a:endParaRPr lang="zh-CN" altLang="en-US"/>
        </a:p>
      </dgm:t>
    </dgm:pt>
    <dgm:pt modelId="{F90DA0CF-3863-4D2D-91C2-9275D9B43019}">
      <dgm:prSet/>
      <dgm:spPr/>
      <dgm:t>
        <a:bodyPr/>
        <a:lstStyle/>
        <a:p>
          <a:pPr rtl="0"/>
          <a:r>
            <a:rPr lang="zh-CN" smtClean="0"/>
            <a:t>工作方式：方波调制</a:t>
          </a:r>
          <a:endParaRPr lang="zh-CN"/>
        </a:p>
      </dgm:t>
    </dgm:pt>
    <dgm:pt modelId="{B3E31360-710F-4B79-862E-4CD6F5A78CC1}" type="parTrans" cxnId="{2A89EB7A-87CD-47CC-BDDD-3AB7B34DEEF4}">
      <dgm:prSet/>
      <dgm:spPr/>
      <dgm:t>
        <a:bodyPr/>
        <a:lstStyle/>
        <a:p>
          <a:endParaRPr lang="zh-CN" altLang="en-US"/>
        </a:p>
      </dgm:t>
    </dgm:pt>
    <dgm:pt modelId="{232EFDD0-0A20-43BF-842E-7A82D6BB05C7}" type="sibTrans" cxnId="{2A89EB7A-87CD-47CC-BDDD-3AB7B34DEEF4}">
      <dgm:prSet/>
      <dgm:spPr/>
      <dgm:t>
        <a:bodyPr/>
        <a:lstStyle/>
        <a:p>
          <a:endParaRPr lang="zh-CN" altLang="en-US"/>
        </a:p>
      </dgm:t>
    </dgm:pt>
    <dgm:pt modelId="{6DF7A2E6-9A04-418D-B26F-6B3FE21765CD}">
      <dgm:prSet/>
      <dgm:spPr/>
      <dgm:t>
        <a:bodyPr/>
        <a:lstStyle/>
        <a:p>
          <a:pPr rtl="0"/>
          <a:r>
            <a:rPr lang="zh-CN" dirty="0" smtClean="0"/>
            <a:t>工作频率：</a:t>
          </a:r>
          <a:r>
            <a:rPr lang="en-US" dirty="0" smtClean="0"/>
            <a:t>9370MHz</a:t>
          </a:r>
          <a:endParaRPr lang="zh-CN" dirty="0"/>
        </a:p>
      </dgm:t>
    </dgm:pt>
    <dgm:pt modelId="{85EA55FB-676C-4839-8CFA-0B267C76F653}" type="parTrans" cxnId="{4C03A23A-E8A6-4BA4-8FAF-A352FF249FAF}">
      <dgm:prSet/>
      <dgm:spPr/>
      <dgm:t>
        <a:bodyPr/>
        <a:lstStyle/>
        <a:p>
          <a:endParaRPr lang="zh-CN" altLang="en-US"/>
        </a:p>
      </dgm:t>
    </dgm:pt>
    <dgm:pt modelId="{1136ADE4-1C86-42EE-9EE8-56E0A904E21F}" type="sibTrans" cxnId="{4C03A23A-E8A6-4BA4-8FAF-A352FF249FAF}">
      <dgm:prSet/>
      <dgm:spPr/>
      <dgm:t>
        <a:bodyPr/>
        <a:lstStyle/>
        <a:p>
          <a:endParaRPr lang="zh-CN" altLang="en-US"/>
        </a:p>
      </dgm:t>
    </dgm:pt>
    <dgm:pt modelId="{220FBB8F-DC45-41D0-A823-87568A162CF3}">
      <dgm:prSet/>
      <dgm:spPr/>
      <dgm:t>
        <a:bodyPr/>
        <a:lstStyle/>
        <a:p>
          <a:pPr rtl="0"/>
          <a:r>
            <a:rPr lang="zh-CN" smtClean="0"/>
            <a:t>测量内容</a:t>
          </a:r>
          <a:endParaRPr lang="zh-CN"/>
        </a:p>
      </dgm:t>
    </dgm:pt>
    <dgm:pt modelId="{D7D71B71-AAF8-4954-ACAE-7D4833031193}" type="parTrans" cxnId="{9E3245F6-B993-4E00-BF83-5A9FB7DEF2C0}">
      <dgm:prSet/>
      <dgm:spPr/>
      <dgm:t>
        <a:bodyPr/>
        <a:lstStyle/>
        <a:p>
          <a:endParaRPr lang="zh-CN" altLang="en-US"/>
        </a:p>
      </dgm:t>
    </dgm:pt>
    <dgm:pt modelId="{33CFB7FF-03F8-488C-9589-FAE494CA6D8C}" type="sibTrans" cxnId="{9E3245F6-B993-4E00-BF83-5A9FB7DEF2C0}">
      <dgm:prSet/>
      <dgm:spPr/>
      <dgm:t>
        <a:bodyPr/>
        <a:lstStyle/>
        <a:p>
          <a:endParaRPr lang="zh-CN" altLang="en-US"/>
        </a:p>
      </dgm:t>
    </dgm:pt>
    <dgm:pt modelId="{53D16636-8BAF-47A8-90D8-AECD6FE65E18}">
      <dgm:prSet/>
      <dgm:spPr/>
      <dgm:t>
        <a:bodyPr/>
        <a:lstStyle/>
        <a:p>
          <a:pPr rtl="0"/>
          <a:r>
            <a:rPr lang="zh-CN" dirty="0" smtClean="0"/>
            <a:t>按驻波分布的测量方法以及驻波比的测量方法分别测量终端短路、开路、开口、匹配四种负载的驻波分布特性及驻波比的大小；</a:t>
          </a:r>
          <a:endParaRPr lang="zh-CN" dirty="0"/>
        </a:p>
      </dgm:t>
    </dgm:pt>
    <dgm:pt modelId="{1A6E45A7-1EDC-461D-BD24-03D517FF3CB8}" type="parTrans" cxnId="{E9324C42-18F1-4DF0-8AA7-BEB15D4014B4}">
      <dgm:prSet/>
      <dgm:spPr/>
      <dgm:t>
        <a:bodyPr/>
        <a:lstStyle/>
        <a:p>
          <a:endParaRPr lang="zh-CN" altLang="en-US"/>
        </a:p>
      </dgm:t>
    </dgm:pt>
    <dgm:pt modelId="{E3EE4E72-8C01-411A-97DA-B750A68B5633}" type="sibTrans" cxnId="{E9324C42-18F1-4DF0-8AA7-BEB15D4014B4}">
      <dgm:prSet/>
      <dgm:spPr/>
      <dgm:t>
        <a:bodyPr/>
        <a:lstStyle/>
        <a:p>
          <a:endParaRPr lang="zh-CN" altLang="en-US"/>
        </a:p>
      </dgm:t>
    </dgm:pt>
    <dgm:pt modelId="{33E98554-D4DC-4B61-9089-F0F731AC45BA}" type="pres">
      <dgm:prSet presAssocID="{28D45F22-752D-4F89-AC6F-126FB35F46A8}" presName="linear" presStyleCnt="0">
        <dgm:presLayoutVars>
          <dgm:animLvl val="lvl"/>
          <dgm:resizeHandles val="exact"/>
        </dgm:presLayoutVars>
      </dgm:prSet>
      <dgm:spPr/>
    </dgm:pt>
    <dgm:pt modelId="{1B5654F0-10A9-4DE4-A476-A4501EC92434}" type="pres">
      <dgm:prSet presAssocID="{2E722FE7-425D-4EE4-9A03-AB71D7B83504}" presName="parentText" presStyleLbl="node1" presStyleIdx="0" presStyleCnt="2">
        <dgm:presLayoutVars>
          <dgm:chMax val="0"/>
          <dgm:bulletEnabled val="1"/>
        </dgm:presLayoutVars>
      </dgm:prSet>
      <dgm:spPr>
        <a:prstGeom prst="rect">
          <a:avLst/>
        </a:prstGeom>
      </dgm:spPr>
    </dgm:pt>
    <dgm:pt modelId="{4DBF8F0A-3683-4C86-A109-53285F7CC1D3}" type="pres">
      <dgm:prSet presAssocID="{2E722FE7-425D-4EE4-9A03-AB71D7B83504}" presName="childText" presStyleLbl="revTx" presStyleIdx="0" presStyleCnt="2">
        <dgm:presLayoutVars>
          <dgm:bulletEnabled val="1"/>
        </dgm:presLayoutVars>
      </dgm:prSet>
      <dgm:spPr/>
    </dgm:pt>
    <dgm:pt modelId="{3093BEA7-8576-442F-B232-45C6D6899625}" type="pres">
      <dgm:prSet presAssocID="{220FBB8F-DC45-41D0-A823-87568A162CF3}" presName="parentText" presStyleLbl="node1" presStyleIdx="1" presStyleCnt="2">
        <dgm:presLayoutVars>
          <dgm:chMax val="0"/>
          <dgm:bulletEnabled val="1"/>
        </dgm:presLayoutVars>
      </dgm:prSet>
      <dgm:spPr>
        <a:prstGeom prst="rect">
          <a:avLst/>
        </a:prstGeom>
      </dgm:spPr>
    </dgm:pt>
    <dgm:pt modelId="{B7DFB61D-3783-4557-8046-D7C1B7176D81}" type="pres">
      <dgm:prSet presAssocID="{220FBB8F-DC45-41D0-A823-87568A162CF3}" presName="childText" presStyleLbl="revTx" presStyleIdx="1" presStyleCnt="2">
        <dgm:presLayoutVars>
          <dgm:bulletEnabled val="1"/>
        </dgm:presLayoutVars>
      </dgm:prSet>
      <dgm:spPr/>
    </dgm:pt>
  </dgm:ptLst>
  <dgm:cxnLst>
    <dgm:cxn modelId="{9B8BA720-C6BC-421B-B6FA-8368AD702AD5}" type="presOf" srcId="{53D16636-8BAF-47A8-90D8-AECD6FE65E18}" destId="{B7DFB61D-3783-4557-8046-D7C1B7176D81}" srcOrd="0" destOrd="0" presId="urn:microsoft.com/office/officeart/2005/8/layout/vList2"/>
    <dgm:cxn modelId="{4C03A23A-E8A6-4BA4-8FAF-A352FF249FAF}" srcId="{2E722FE7-425D-4EE4-9A03-AB71D7B83504}" destId="{6DF7A2E6-9A04-418D-B26F-6B3FE21765CD}" srcOrd="1" destOrd="0" parTransId="{85EA55FB-676C-4839-8CFA-0B267C76F653}" sibTransId="{1136ADE4-1C86-42EE-9EE8-56E0A904E21F}"/>
    <dgm:cxn modelId="{CB200DE1-C7DF-4F42-A12D-8E106C1C5037}" srcId="{28D45F22-752D-4F89-AC6F-126FB35F46A8}" destId="{2E722FE7-425D-4EE4-9A03-AB71D7B83504}" srcOrd="0" destOrd="0" parTransId="{D7588D86-5A30-4BE7-8E36-187FCB0B6423}" sibTransId="{39B03195-84A1-4FBA-A308-1FDE61FB2AC3}"/>
    <dgm:cxn modelId="{94E67B04-9C50-4FA1-8752-BE7765C84545}" type="presOf" srcId="{2E722FE7-425D-4EE4-9A03-AB71D7B83504}" destId="{1B5654F0-10A9-4DE4-A476-A4501EC92434}" srcOrd="0" destOrd="0" presId="urn:microsoft.com/office/officeart/2005/8/layout/vList2"/>
    <dgm:cxn modelId="{567B927C-61A8-4D42-BDE9-5697342B1270}" type="presOf" srcId="{220FBB8F-DC45-41D0-A823-87568A162CF3}" destId="{3093BEA7-8576-442F-B232-45C6D6899625}" srcOrd="0" destOrd="0" presId="urn:microsoft.com/office/officeart/2005/8/layout/vList2"/>
    <dgm:cxn modelId="{9E3245F6-B993-4E00-BF83-5A9FB7DEF2C0}" srcId="{28D45F22-752D-4F89-AC6F-126FB35F46A8}" destId="{220FBB8F-DC45-41D0-A823-87568A162CF3}" srcOrd="1" destOrd="0" parTransId="{D7D71B71-AAF8-4954-ACAE-7D4833031193}" sibTransId="{33CFB7FF-03F8-488C-9589-FAE494CA6D8C}"/>
    <dgm:cxn modelId="{2A89EB7A-87CD-47CC-BDDD-3AB7B34DEEF4}" srcId="{2E722FE7-425D-4EE4-9A03-AB71D7B83504}" destId="{F90DA0CF-3863-4D2D-91C2-9275D9B43019}" srcOrd="0" destOrd="0" parTransId="{B3E31360-710F-4B79-862E-4CD6F5A78CC1}" sibTransId="{232EFDD0-0A20-43BF-842E-7A82D6BB05C7}"/>
    <dgm:cxn modelId="{624755C2-CD80-4FBB-8E88-9CC94181A235}" type="presOf" srcId="{28D45F22-752D-4F89-AC6F-126FB35F46A8}" destId="{33E98554-D4DC-4B61-9089-F0F731AC45BA}" srcOrd="0" destOrd="0" presId="urn:microsoft.com/office/officeart/2005/8/layout/vList2"/>
    <dgm:cxn modelId="{64089758-4341-4090-BC91-F81C5CC7107E}" type="presOf" srcId="{F90DA0CF-3863-4D2D-91C2-9275D9B43019}" destId="{4DBF8F0A-3683-4C86-A109-53285F7CC1D3}" srcOrd="0" destOrd="0" presId="urn:microsoft.com/office/officeart/2005/8/layout/vList2"/>
    <dgm:cxn modelId="{E9324C42-18F1-4DF0-8AA7-BEB15D4014B4}" srcId="{220FBB8F-DC45-41D0-A823-87568A162CF3}" destId="{53D16636-8BAF-47A8-90D8-AECD6FE65E18}" srcOrd="0" destOrd="0" parTransId="{1A6E45A7-1EDC-461D-BD24-03D517FF3CB8}" sibTransId="{E3EE4E72-8C01-411A-97DA-B750A68B5633}"/>
    <dgm:cxn modelId="{22379177-82AE-44B1-814E-C5D8062585AB}" type="presOf" srcId="{6DF7A2E6-9A04-418D-B26F-6B3FE21765CD}" destId="{4DBF8F0A-3683-4C86-A109-53285F7CC1D3}" srcOrd="0" destOrd="1" presId="urn:microsoft.com/office/officeart/2005/8/layout/vList2"/>
    <dgm:cxn modelId="{A678623E-7557-4B0A-AFF3-9780B7BA8733}" type="presParOf" srcId="{33E98554-D4DC-4B61-9089-F0F731AC45BA}" destId="{1B5654F0-10A9-4DE4-A476-A4501EC92434}" srcOrd="0" destOrd="0" presId="urn:microsoft.com/office/officeart/2005/8/layout/vList2"/>
    <dgm:cxn modelId="{82383A57-E2BC-4C01-B33A-4CEABF84987C}" type="presParOf" srcId="{33E98554-D4DC-4B61-9089-F0F731AC45BA}" destId="{4DBF8F0A-3683-4C86-A109-53285F7CC1D3}" srcOrd="1" destOrd="0" presId="urn:microsoft.com/office/officeart/2005/8/layout/vList2"/>
    <dgm:cxn modelId="{DC1D52A8-2DB8-4957-A6DF-C23877C1B992}" type="presParOf" srcId="{33E98554-D4DC-4B61-9089-F0F731AC45BA}" destId="{3093BEA7-8576-442F-B232-45C6D6899625}" srcOrd="2" destOrd="0" presId="urn:microsoft.com/office/officeart/2005/8/layout/vList2"/>
    <dgm:cxn modelId="{66BCE837-30C8-4444-9592-670E3631E0F6}" type="presParOf" srcId="{33E98554-D4DC-4B61-9089-F0F731AC45BA}" destId="{B7DFB61D-3783-4557-8046-D7C1B7176D8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12FA767-E029-4173-8E95-CAD3E697843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zh-CN" altLang="en-US"/>
        </a:p>
      </dgm:t>
    </dgm:pt>
    <dgm:pt modelId="{99A873FD-3F3E-41C6-9C7E-1D093F83BEE8}">
      <dgm:prSet/>
      <dgm:spPr/>
      <dgm:t>
        <a:bodyPr/>
        <a:lstStyle/>
        <a:p>
          <a:pPr rtl="0"/>
          <a:r>
            <a:rPr lang="zh-CN" smtClean="0"/>
            <a:t>驻波分布测量要求</a:t>
          </a:r>
          <a:r>
            <a:rPr lang="en-US" smtClean="0"/>
            <a:t>:(</a:t>
          </a:r>
          <a:r>
            <a:rPr lang="zh-CN" smtClean="0"/>
            <a:t>系统状态要求</a:t>
          </a:r>
          <a:r>
            <a:rPr lang="en-US" smtClean="0"/>
            <a:t>)</a:t>
          </a:r>
          <a:endParaRPr lang="zh-CN"/>
        </a:p>
      </dgm:t>
    </dgm:pt>
    <dgm:pt modelId="{9055B0E7-E7CB-4E4A-B3E2-98FDEEF983B0}" type="parTrans" cxnId="{074CA30A-025A-4DA1-983A-663A678EBB66}">
      <dgm:prSet/>
      <dgm:spPr/>
      <dgm:t>
        <a:bodyPr/>
        <a:lstStyle/>
        <a:p>
          <a:endParaRPr lang="zh-CN" altLang="en-US"/>
        </a:p>
      </dgm:t>
    </dgm:pt>
    <dgm:pt modelId="{5931FA2B-0E42-46D9-BF09-7EE875ADF925}" type="sibTrans" cxnId="{074CA30A-025A-4DA1-983A-663A678EBB66}">
      <dgm:prSet/>
      <dgm:spPr/>
      <dgm:t>
        <a:bodyPr/>
        <a:lstStyle/>
        <a:p>
          <a:endParaRPr lang="zh-CN" altLang="en-US"/>
        </a:p>
      </dgm:t>
    </dgm:pt>
    <dgm:pt modelId="{D12CFD29-96DD-4222-BF50-104020BAC80E}">
      <dgm:prSet/>
      <dgm:spPr/>
      <dgm:t>
        <a:bodyPr/>
        <a:lstStyle/>
        <a:p>
          <a:pPr rtl="0"/>
          <a:r>
            <a:rPr lang="zh-CN" smtClean="0"/>
            <a:t>在短路情况下将波腹点的检波指示值通过衰减调节调至</a:t>
          </a:r>
          <a:r>
            <a:rPr lang="en-US" smtClean="0"/>
            <a:t>2/3</a:t>
          </a:r>
          <a:r>
            <a:rPr lang="zh-CN" smtClean="0"/>
            <a:t>量程</a:t>
          </a:r>
          <a:r>
            <a:rPr lang="en-US" smtClean="0"/>
            <a:t>,</a:t>
          </a:r>
          <a:r>
            <a:rPr lang="zh-CN" smtClean="0"/>
            <a:t>不要调到满量程</a:t>
          </a:r>
          <a:r>
            <a:rPr lang="en-US" smtClean="0"/>
            <a:t>;</a:t>
          </a:r>
          <a:endParaRPr lang="zh-CN"/>
        </a:p>
      </dgm:t>
    </dgm:pt>
    <dgm:pt modelId="{A32383CA-C39A-4EC6-A95A-4F2685D3C24F}" type="parTrans" cxnId="{E4D0C3C7-B2D3-4E99-A67B-13DC58A7C253}">
      <dgm:prSet/>
      <dgm:spPr/>
      <dgm:t>
        <a:bodyPr/>
        <a:lstStyle/>
        <a:p>
          <a:endParaRPr lang="zh-CN" altLang="en-US"/>
        </a:p>
      </dgm:t>
    </dgm:pt>
    <dgm:pt modelId="{A07D63F8-0D6C-4BAB-8160-F084BB16661D}" type="sibTrans" cxnId="{E4D0C3C7-B2D3-4E99-A67B-13DC58A7C253}">
      <dgm:prSet/>
      <dgm:spPr/>
      <dgm:t>
        <a:bodyPr/>
        <a:lstStyle/>
        <a:p>
          <a:endParaRPr lang="zh-CN" altLang="en-US"/>
        </a:p>
      </dgm:t>
    </dgm:pt>
    <dgm:pt modelId="{85D96463-DCBC-4826-B290-D1EA9CBF818C}">
      <dgm:prSet/>
      <dgm:spPr/>
      <dgm:t>
        <a:bodyPr/>
        <a:lstStyle/>
        <a:p>
          <a:pPr rtl="0"/>
          <a:r>
            <a:rPr lang="zh-CN" smtClean="0"/>
            <a:t>在开口以及匹配负载情况下保持系统状态不变时进行测量</a:t>
          </a:r>
          <a:r>
            <a:rPr lang="en-US" smtClean="0"/>
            <a:t>;</a:t>
          </a:r>
          <a:endParaRPr lang="zh-CN"/>
        </a:p>
      </dgm:t>
    </dgm:pt>
    <dgm:pt modelId="{2E856ED9-E50D-4AE1-B3F1-378C4D525A08}" type="parTrans" cxnId="{D0159A8B-845C-49BD-9B0C-8DE9A27757A8}">
      <dgm:prSet/>
      <dgm:spPr/>
      <dgm:t>
        <a:bodyPr/>
        <a:lstStyle/>
        <a:p>
          <a:endParaRPr lang="zh-CN" altLang="en-US"/>
        </a:p>
      </dgm:t>
    </dgm:pt>
    <dgm:pt modelId="{7223AD5B-5F89-410F-94C2-7B034C0B8E34}" type="sibTrans" cxnId="{D0159A8B-845C-49BD-9B0C-8DE9A27757A8}">
      <dgm:prSet/>
      <dgm:spPr/>
      <dgm:t>
        <a:bodyPr/>
        <a:lstStyle/>
        <a:p>
          <a:endParaRPr lang="zh-CN" altLang="en-US"/>
        </a:p>
      </dgm:t>
    </dgm:pt>
    <dgm:pt modelId="{3454C5E9-0916-4D5A-AF59-B59BF0E7B889}">
      <dgm:prSet/>
      <dgm:spPr/>
      <dgm:t>
        <a:bodyPr/>
        <a:lstStyle/>
        <a:p>
          <a:pPr rtl="0"/>
          <a:r>
            <a:rPr lang="zh-CN" smtClean="0"/>
            <a:t>测完驻波分布后</a:t>
          </a:r>
          <a:r>
            <a:rPr lang="en-US" smtClean="0"/>
            <a:t>,</a:t>
          </a:r>
          <a:r>
            <a:rPr lang="zh-CN" smtClean="0"/>
            <a:t>用直接法测量驻波比</a:t>
          </a:r>
          <a:r>
            <a:rPr lang="en-US" smtClean="0"/>
            <a:t>;</a:t>
          </a:r>
          <a:endParaRPr lang="zh-CN"/>
        </a:p>
      </dgm:t>
    </dgm:pt>
    <dgm:pt modelId="{BC37D25A-FCE6-422B-80A1-34A2C8B557FF}" type="parTrans" cxnId="{1EDAAC50-32A2-47CF-9309-AC2DF9680D8E}">
      <dgm:prSet/>
      <dgm:spPr/>
      <dgm:t>
        <a:bodyPr/>
        <a:lstStyle/>
        <a:p>
          <a:endParaRPr lang="zh-CN" altLang="en-US"/>
        </a:p>
      </dgm:t>
    </dgm:pt>
    <dgm:pt modelId="{58E869E1-62DE-45D3-BDD1-2C242D99EA85}" type="sibTrans" cxnId="{1EDAAC50-32A2-47CF-9309-AC2DF9680D8E}">
      <dgm:prSet/>
      <dgm:spPr/>
      <dgm:t>
        <a:bodyPr/>
        <a:lstStyle/>
        <a:p>
          <a:endParaRPr lang="zh-CN" altLang="en-US"/>
        </a:p>
      </dgm:t>
    </dgm:pt>
    <dgm:pt modelId="{51DE574A-54BE-4B3B-A2B5-3B15B019521F}">
      <dgm:prSet/>
      <dgm:spPr/>
      <dgm:t>
        <a:bodyPr/>
        <a:lstStyle/>
        <a:p>
          <a:pPr rtl="0"/>
          <a:r>
            <a:rPr lang="zh-CN" smtClean="0"/>
            <a:t>测量开始位置</a:t>
          </a:r>
          <a:endParaRPr lang="zh-CN"/>
        </a:p>
      </dgm:t>
    </dgm:pt>
    <dgm:pt modelId="{350DDCC6-B5BE-4BE0-AF26-2CDE08C2C70D}" type="parTrans" cxnId="{BC5EFBBD-B5DC-458E-AE49-69EE8F00EB28}">
      <dgm:prSet/>
      <dgm:spPr/>
      <dgm:t>
        <a:bodyPr/>
        <a:lstStyle/>
        <a:p>
          <a:endParaRPr lang="zh-CN" altLang="en-US"/>
        </a:p>
      </dgm:t>
    </dgm:pt>
    <dgm:pt modelId="{23F3CA4E-E732-42B5-99CA-CFD313453EEE}" type="sibTrans" cxnId="{BC5EFBBD-B5DC-458E-AE49-69EE8F00EB28}">
      <dgm:prSet/>
      <dgm:spPr/>
      <dgm:t>
        <a:bodyPr/>
        <a:lstStyle/>
        <a:p>
          <a:endParaRPr lang="zh-CN" altLang="en-US"/>
        </a:p>
      </dgm:t>
    </dgm:pt>
    <dgm:pt modelId="{626C10C8-8B74-40D8-8186-A184E3FFF9F0}">
      <dgm:prSet/>
      <dgm:spPr/>
      <dgm:t>
        <a:bodyPr/>
        <a:lstStyle/>
        <a:p>
          <a:pPr rtl="0"/>
          <a:r>
            <a:rPr lang="zh-CN" smtClean="0"/>
            <a:t>从负载至信号源方向</a:t>
          </a:r>
          <a:endParaRPr lang="zh-CN"/>
        </a:p>
      </dgm:t>
    </dgm:pt>
    <dgm:pt modelId="{0ECD39F8-0C8D-4468-8CBE-0C4547CF05A2}" type="parTrans" cxnId="{E65484C6-1C48-47B8-BCAD-2794A1A43E01}">
      <dgm:prSet/>
      <dgm:spPr/>
      <dgm:t>
        <a:bodyPr/>
        <a:lstStyle/>
        <a:p>
          <a:endParaRPr lang="zh-CN" altLang="en-US"/>
        </a:p>
      </dgm:t>
    </dgm:pt>
    <dgm:pt modelId="{44BC02B6-3DA5-48AD-8A5A-0CBC12F1BFD1}" type="sibTrans" cxnId="{E65484C6-1C48-47B8-BCAD-2794A1A43E01}">
      <dgm:prSet/>
      <dgm:spPr/>
      <dgm:t>
        <a:bodyPr/>
        <a:lstStyle/>
        <a:p>
          <a:endParaRPr lang="zh-CN" altLang="en-US"/>
        </a:p>
      </dgm:t>
    </dgm:pt>
    <dgm:pt modelId="{A074D673-B131-4075-A253-D6AC258EC69C}">
      <dgm:prSet/>
      <dgm:spPr/>
      <dgm:t>
        <a:bodyPr/>
        <a:lstStyle/>
        <a:p>
          <a:pPr rtl="0"/>
          <a:r>
            <a:rPr lang="zh-CN" smtClean="0"/>
            <a:t>选择测量线一个合适位置作为测量起始位置（终端短路状态时的波节点）</a:t>
          </a:r>
          <a:endParaRPr lang="zh-CN"/>
        </a:p>
      </dgm:t>
    </dgm:pt>
    <dgm:pt modelId="{2E4BF5F3-F922-40D7-9BFA-6F22B472409D}" type="parTrans" cxnId="{BE82B6CE-22C8-4EC4-995E-2C82E931310F}">
      <dgm:prSet/>
      <dgm:spPr/>
      <dgm:t>
        <a:bodyPr/>
        <a:lstStyle/>
        <a:p>
          <a:endParaRPr lang="zh-CN" altLang="en-US"/>
        </a:p>
      </dgm:t>
    </dgm:pt>
    <dgm:pt modelId="{F450DD4E-61B6-49E2-9D04-B8ADC6F3AB73}" type="sibTrans" cxnId="{BE82B6CE-22C8-4EC4-995E-2C82E931310F}">
      <dgm:prSet/>
      <dgm:spPr/>
      <dgm:t>
        <a:bodyPr/>
        <a:lstStyle/>
        <a:p>
          <a:endParaRPr lang="zh-CN" altLang="en-US"/>
        </a:p>
      </dgm:t>
    </dgm:pt>
    <dgm:pt modelId="{CAABCE34-15C9-4491-85E6-6DCE32853DF5}" type="pres">
      <dgm:prSet presAssocID="{912FA767-E029-4173-8E95-CAD3E6978438}" presName="linear" presStyleCnt="0">
        <dgm:presLayoutVars>
          <dgm:animLvl val="lvl"/>
          <dgm:resizeHandles val="exact"/>
        </dgm:presLayoutVars>
      </dgm:prSet>
      <dgm:spPr/>
    </dgm:pt>
    <dgm:pt modelId="{2E979EE2-B2FD-4B1B-8F51-D9CFF4964E4A}" type="pres">
      <dgm:prSet presAssocID="{99A873FD-3F3E-41C6-9C7E-1D093F83BEE8}" presName="parentText" presStyleLbl="node1" presStyleIdx="0" presStyleCnt="2">
        <dgm:presLayoutVars>
          <dgm:chMax val="0"/>
          <dgm:bulletEnabled val="1"/>
        </dgm:presLayoutVars>
      </dgm:prSet>
      <dgm:spPr>
        <a:prstGeom prst="rect">
          <a:avLst/>
        </a:prstGeom>
      </dgm:spPr>
    </dgm:pt>
    <dgm:pt modelId="{3EB90BDF-0D4E-4C66-8D6C-281AA90DA160}" type="pres">
      <dgm:prSet presAssocID="{99A873FD-3F3E-41C6-9C7E-1D093F83BEE8}" presName="childText" presStyleLbl="revTx" presStyleIdx="0" presStyleCnt="2">
        <dgm:presLayoutVars>
          <dgm:bulletEnabled val="1"/>
        </dgm:presLayoutVars>
      </dgm:prSet>
      <dgm:spPr/>
    </dgm:pt>
    <dgm:pt modelId="{205A7183-0AC7-481C-BD3F-2D8BC508EEA3}" type="pres">
      <dgm:prSet presAssocID="{51DE574A-54BE-4B3B-A2B5-3B15B019521F}" presName="parentText" presStyleLbl="node1" presStyleIdx="1" presStyleCnt="2">
        <dgm:presLayoutVars>
          <dgm:chMax val="0"/>
          <dgm:bulletEnabled val="1"/>
        </dgm:presLayoutVars>
      </dgm:prSet>
      <dgm:spPr>
        <a:prstGeom prst="rect">
          <a:avLst/>
        </a:prstGeom>
      </dgm:spPr>
    </dgm:pt>
    <dgm:pt modelId="{EF76A959-841E-47A7-8827-B32862BEC2CE}" type="pres">
      <dgm:prSet presAssocID="{51DE574A-54BE-4B3B-A2B5-3B15B019521F}" presName="childText" presStyleLbl="revTx" presStyleIdx="1" presStyleCnt="2">
        <dgm:presLayoutVars>
          <dgm:bulletEnabled val="1"/>
        </dgm:presLayoutVars>
      </dgm:prSet>
      <dgm:spPr/>
    </dgm:pt>
  </dgm:ptLst>
  <dgm:cxnLst>
    <dgm:cxn modelId="{F18D0830-B84E-41C4-9B1F-AAF5D2A0BCB0}" type="presOf" srcId="{85D96463-DCBC-4826-B290-D1EA9CBF818C}" destId="{3EB90BDF-0D4E-4C66-8D6C-281AA90DA160}" srcOrd="0" destOrd="1" presId="urn:microsoft.com/office/officeart/2005/8/layout/vList2"/>
    <dgm:cxn modelId="{E65484C6-1C48-47B8-BCAD-2794A1A43E01}" srcId="{51DE574A-54BE-4B3B-A2B5-3B15B019521F}" destId="{626C10C8-8B74-40D8-8186-A184E3FFF9F0}" srcOrd="0" destOrd="0" parTransId="{0ECD39F8-0C8D-4468-8CBE-0C4547CF05A2}" sibTransId="{44BC02B6-3DA5-48AD-8A5A-0CBC12F1BFD1}"/>
    <dgm:cxn modelId="{D49D7A2F-6DED-4974-A757-9C039CA66BF5}" type="presOf" srcId="{912FA767-E029-4173-8E95-CAD3E6978438}" destId="{CAABCE34-15C9-4491-85E6-6DCE32853DF5}" srcOrd="0" destOrd="0" presId="urn:microsoft.com/office/officeart/2005/8/layout/vList2"/>
    <dgm:cxn modelId="{44D9C400-C6C6-4F9C-9397-EE6D33D01049}" type="presOf" srcId="{99A873FD-3F3E-41C6-9C7E-1D093F83BEE8}" destId="{2E979EE2-B2FD-4B1B-8F51-D9CFF4964E4A}" srcOrd="0" destOrd="0" presId="urn:microsoft.com/office/officeart/2005/8/layout/vList2"/>
    <dgm:cxn modelId="{73990E2C-2C95-44C2-8403-144557A5324B}" type="presOf" srcId="{51DE574A-54BE-4B3B-A2B5-3B15B019521F}" destId="{205A7183-0AC7-481C-BD3F-2D8BC508EEA3}" srcOrd="0" destOrd="0" presId="urn:microsoft.com/office/officeart/2005/8/layout/vList2"/>
    <dgm:cxn modelId="{12C0CBA0-FADE-4C38-A219-2EDFCE44E970}" type="presOf" srcId="{A074D673-B131-4075-A253-D6AC258EC69C}" destId="{EF76A959-841E-47A7-8827-B32862BEC2CE}" srcOrd="0" destOrd="1" presId="urn:microsoft.com/office/officeart/2005/8/layout/vList2"/>
    <dgm:cxn modelId="{673DC80B-D98F-46C9-9C44-21E36DC93018}" type="presOf" srcId="{D12CFD29-96DD-4222-BF50-104020BAC80E}" destId="{3EB90BDF-0D4E-4C66-8D6C-281AA90DA160}" srcOrd="0" destOrd="0" presId="urn:microsoft.com/office/officeart/2005/8/layout/vList2"/>
    <dgm:cxn modelId="{074CA30A-025A-4DA1-983A-663A678EBB66}" srcId="{912FA767-E029-4173-8E95-CAD3E6978438}" destId="{99A873FD-3F3E-41C6-9C7E-1D093F83BEE8}" srcOrd="0" destOrd="0" parTransId="{9055B0E7-E7CB-4E4A-B3E2-98FDEEF983B0}" sibTransId="{5931FA2B-0E42-46D9-BF09-7EE875ADF925}"/>
    <dgm:cxn modelId="{D3F286F9-DDEF-43D3-8BE6-7C8BEB48057E}" type="presOf" srcId="{3454C5E9-0916-4D5A-AF59-B59BF0E7B889}" destId="{3EB90BDF-0D4E-4C66-8D6C-281AA90DA160}" srcOrd="0" destOrd="2" presId="urn:microsoft.com/office/officeart/2005/8/layout/vList2"/>
    <dgm:cxn modelId="{1FCC2176-5098-4CA8-8507-89A4D09A703B}" type="presOf" srcId="{626C10C8-8B74-40D8-8186-A184E3FFF9F0}" destId="{EF76A959-841E-47A7-8827-B32862BEC2CE}" srcOrd="0" destOrd="0" presId="urn:microsoft.com/office/officeart/2005/8/layout/vList2"/>
    <dgm:cxn modelId="{1EDAAC50-32A2-47CF-9309-AC2DF9680D8E}" srcId="{99A873FD-3F3E-41C6-9C7E-1D093F83BEE8}" destId="{3454C5E9-0916-4D5A-AF59-B59BF0E7B889}" srcOrd="2" destOrd="0" parTransId="{BC37D25A-FCE6-422B-80A1-34A2C8B557FF}" sibTransId="{58E869E1-62DE-45D3-BDD1-2C242D99EA85}"/>
    <dgm:cxn modelId="{D0159A8B-845C-49BD-9B0C-8DE9A27757A8}" srcId="{99A873FD-3F3E-41C6-9C7E-1D093F83BEE8}" destId="{85D96463-DCBC-4826-B290-D1EA9CBF818C}" srcOrd="1" destOrd="0" parTransId="{2E856ED9-E50D-4AE1-B3F1-378C4D525A08}" sibTransId="{7223AD5B-5F89-410F-94C2-7B034C0B8E34}"/>
    <dgm:cxn modelId="{E4D0C3C7-B2D3-4E99-A67B-13DC58A7C253}" srcId="{99A873FD-3F3E-41C6-9C7E-1D093F83BEE8}" destId="{D12CFD29-96DD-4222-BF50-104020BAC80E}" srcOrd="0" destOrd="0" parTransId="{A32383CA-C39A-4EC6-A95A-4F2685D3C24F}" sibTransId="{A07D63F8-0D6C-4BAB-8160-F084BB16661D}"/>
    <dgm:cxn modelId="{BE82B6CE-22C8-4EC4-995E-2C82E931310F}" srcId="{51DE574A-54BE-4B3B-A2B5-3B15B019521F}" destId="{A074D673-B131-4075-A253-D6AC258EC69C}" srcOrd="1" destOrd="0" parTransId="{2E4BF5F3-F922-40D7-9BFA-6F22B472409D}" sibTransId="{F450DD4E-61B6-49E2-9D04-B8ADC6F3AB73}"/>
    <dgm:cxn modelId="{BC5EFBBD-B5DC-458E-AE49-69EE8F00EB28}" srcId="{912FA767-E029-4173-8E95-CAD3E6978438}" destId="{51DE574A-54BE-4B3B-A2B5-3B15B019521F}" srcOrd="1" destOrd="0" parTransId="{350DDCC6-B5BE-4BE0-AF26-2CDE08C2C70D}" sibTransId="{23F3CA4E-E732-42B5-99CA-CFD313453EEE}"/>
    <dgm:cxn modelId="{20B0EE26-A82A-4041-AD28-C2D1AACC628B}" type="presParOf" srcId="{CAABCE34-15C9-4491-85E6-6DCE32853DF5}" destId="{2E979EE2-B2FD-4B1B-8F51-D9CFF4964E4A}" srcOrd="0" destOrd="0" presId="urn:microsoft.com/office/officeart/2005/8/layout/vList2"/>
    <dgm:cxn modelId="{D0BD8AD4-7D45-4FD1-947F-2041FABA8BC1}" type="presParOf" srcId="{CAABCE34-15C9-4491-85E6-6DCE32853DF5}" destId="{3EB90BDF-0D4E-4C66-8D6C-281AA90DA160}" srcOrd="1" destOrd="0" presId="urn:microsoft.com/office/officeart/2005/8/layout/vList2"/>
    <dgm:cxn modelId="{09F08029-FF28-4EBC-A7B4-67FEDCAAAA1D}" type="presParOf" srcId="{CAABCE34-15C9-4491-85E6-6DCE32853DF5}" destId="{205A7183-0AC7-481C-BD3F-2D8BC508EEA3}" srcOrd="2" destOrd="0" presId="urn:microsoft.com/office/officeart/2005/8/layout/vList2"/>
    <dgm:cxn modelId="{1A4A6BBA-C2EC-4BE3-A2D8-D7B06D75FF54}" type="presParOf" srcId="{CAABCE34-15C9-4491-85E6-6DCE32853DF5}" destId="{EF76A959-841E-47A7-8827-B32862BEC2CE}"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7E076-E58F-42CD-9266-702E04236DB0}">
      <dsp:nvSpPr>
        <dsp:cNvPr id="0" name=""/>
        <dsp:cNvSpPr/>
      </dsp:nvSpPr>
      <dsp:spPr>
        <a:xfrm>
          <a:off x="-4548356" y="-697417"/>
          <a:ext cx="5418195" cy="5418195"/>
        </a:xfrm>
        <a:prstGeom prst="blockArc">
          <a:avLst>
            <a:gd name="adj1" fmla="val 18900000"/>
            <a:gd name="adj2" fmla="val 2700000"/>
            <a:gd name="adj3" fmla="val 399"/>
          </a:avLst>
        </a:pr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E7EFE6-2FAD-4739-9F16-ADE31C104DBE}">
      <dsp:nvSpPr>
        <dsp:cNvPr id="0" name=""/>
        <dsp:cNvSpPr/>
      </dsp:nvSpPr>
      <dsp:spPr>
        <a:xfrm>
          <a:off x="559420" y="402336"/>
          <a:ext cx="9714491" cy="804672"/>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708" tIns="55880" rIns="55880" bIns="55880" numCol="1" spcCol="1270" anchor="ctr" anchorCtr="0">
          <a:noAutofit/>
        </a:bodyPr>
        <a:lstStyle/>
        <a:p>
          <a:pPr lvl="0" algn="l" defTabSz="977900" rtl="0">
            <a:lnSpc>
              <a:spcPct val="90000"/>
            </a:lnSpc>
            <a:spcBef>
              <a:spcPct val="0"/>
            </a:spcBef>
            <a:spcAft>
              <a:spcPct val="35000"/>
            </a:spcAft>
          </a:pPr>
          <a:r>
            <a:rPr lang="zh-CN" sz="2200" kern="1200" smtClean="0"/>
            <a:t>了解测量线的调整和使用方法</a:t>
          </a:r>
          <a:endParaRPr lang="zh-CN" sz="2200" kern="1200"/>
        </a:p>
      </dsp:txBody>
      <dsp:txXfrm>
        <a:off x="559420" y="402336"/>
        <a:ext cx="9714491" cy="804672"/>
      </dsp:txXfrm>
    </dsp:sp>
    <dsp:sp modelId="{ACF355DD-5BBC-4C41-8BB5-8C3165F8DE0E}">
      <dsp:nvSpPr>
        <dsp:cNvPr id="0" name=""/>
        <dsp:cNvSpPr/>
      </dsp:nvSpPr>
      <dsp:spPr>
        <a:xfrm>
          <a:off x="56500" y="301752"/>
          <a:ext cx="1005840" cy="1005840"/>
        </a:xfrm>
        <a:prstGeom prst="ellipse">
          <a:avLst/>
        </a:prstGeom>
        <a:solidFill>
          <a:schemeClr val="lt1">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EE083E-C2BB-4E0F-B543-D3D8D050B395}">
      <dsp:nvSpPr>
        <dsp:cNvPr id="0" name=""/>
        <dsp:cNvSpPr/>
      </dsp:nvSpPr>
      <dsp:spPr>
        <a:xfrm>
          <a:off x="851918" y="1609344"/>
          <a:ext cx="9421992" cy="804672"/>
        </a:xfrm>
        <a:prstGeom prst="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708" tIns="55880" rIns="55880" bIns="55880" numCol="1" spcCol="1270" anchor="ctr" anchorCtr="0">
          <a:noAutofit/>
        </a:bodyPr>
        <a:lstStyle/>
        <a:p>
          <a:pPr lvl="0" algn="l" defTabSz="977900" rtl="0">
            <a:lnSpc>
              <a:spcPct val="90000"/>
            </a:lnSpc>
            <a:spcBef>
              <a:spcPct val="0"/>
            </a:spcBef>
            <a:spcAft>
              <a:spcPct val="35000"/>
            </a:spcAft>
          </a:pPr>
          <a:r>
            <a:rPr lang="zh-CN" sz="2200" kern="1200" smtClean="0"/>
            <a:t>通过测量观察测量线终端接不同负载（短路、开口、喇叭天线、匹配负载）时系统中形成的驻波分布情况</a:t>
          </a:r>
          <a:endParaRPr lang="zh-CN" sz="2200" kern="1200"/>
        </a:p>
      </dsp:txBody>
      <dsp:txXfrm>
        <a:off x="851918" y="1609344"/>
        <a:ext cx="9421992" cy="804672"/>
      </dsp:txXfrm>
    </dsp:sp>
    <dsp:sp modelId="{41923275-B7A7-4FFE-A8AB-E3B96B267024}">
      <dsp:nvSpPr>
        <dsp:cNvPr id="0" name=""/>
        <dsp:cNvSpPr/>
      </dsp:nvSpPr>
      <dsp:spPr>
        <a:xfrm>
          <a:off x="348998" y="1508760"/>
          <a:ext cx="1005840" cy="1005840"/>
        </a:xfrm>
        <a:prstGeom prst="ellipse">
          <a:avLst/>
        </a:prstGeom>
        <a:solidFill>
          <a:schemeClr val="lt1">
            <a:hueOff val="0"/>
            <a:satOff val="0"/>
            <a:lumOff val="0"/>
            <a:alphaOff val="0"/>
          </a:schemeClr>
        </a:solidFill>
        <a:ln w="15875" cap="flat" cmpd="sng" algn="ctr">
          <a:solidFill>
            <a:schemeClr val="accent2">
              <a:hueOff val="-661686"/>
              <a:satOff val="746"/>
              <a:lumOff val="1765"/>
              <a:alphaOff val="0"/>
            </a:schemeClr>
          </a:solidFill>
          <a:prstDash val="solid"/>
        </a:ln>
        <a:effectLst/>
      </dsp:spPr>
      <dsp:style>
        <a:lnRef idx="2">
          <a:scrgbClr r="0" g="0" b="0"/>
        </a:lnRef>
        <a:fillRef idx="1">
          <a:scrgbClr r="0" g="0" b="0"/>
        </a:fillRef>
        <a:effectRef idx="0">
          <a:scrgbClr r="0" g="0" b="0"/>
        </a:effectRef>
        <a:fontRef idx="minor"/>
      </dsp:style>
    </dsp:sp>
    <dsp:sp modelId="{85C468E9-24CD-496D-967E-22E8D2321BA8}">
      <dsp:nvSpPr>
        <dsp:cNvPr id="0" name=""/>
        <dsp:cNvSpPr/>
      </dsp:nvSpPr>
      <dsp:spPr>
        <a:xfrm>
          <a:off x="559420" y="2816352"/>
          <a:ext cx="9714491" cy="804672"/>
        </a:xfrm>
        <a:prstGeom prst="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8708" tIns="55880" rIns="55880" bIns="55880" numCol="1" spcCol="1270" anchor="ctr" anchorCtr="0">
          <a:noAutofit/>
        </a:bodyPr>
        <a:lstStyle/>
        <a:p>
          <a:pPr lvl="0" algn="l" defTabSz="977900" rtl="0">
            <a:lnSpc>
              <a:spcPct val="90000"/>
            </a:lnSpc>
            <a:spcBef>
              <a:spcPct val="0"/>
            </a:spcBef>
            <a:spcAft>
              <a:spcPct val="35000"/>
            </a:spcAft>
          </a:pPr>
          <a:r>
            <a:rPr lang="zh-CN" sz="2200" kern="1200" smtClean="0"/>
            <a:t>掌握用直读法测量负载驻波比的方法 </a:t>
          </a:r>
          <a:endParaRPr lang="zh-CN" sz="2200" kern="1200"/>
        </a:p>
      </dsp:txBody>
      <dsp:txXfrm>
        <a:off x="559420" y="2816352"/>
        <a:ext cx="9714491" cy="804672"/>
      </dsp:txXfrm>
    </dsp:sp>
    <dsp:sp modelId="{B5A69EDC-E622-4FA4-A563-CF880A8443B0}">
      <dsp:nvSpPr>
        <dsp:cNvPr id="0" name=""/>
        <dsp:cNvSpPr/>
      </dsp:nvSpPr>
      <dsp:spPr>
        <a:xfrm>
          <a:off x="56500" y="2715768"/>
          <a:ext cx="1005840" cy="1005840"/>
        </a:xfrm>
        <a:prstGeom prst="ellipse">
          <a:avLst/>
        </a:prstGeom>
        <a:solidFill>
          <a:schemeClr val="lt1">
            <a:hueOff val="0"/>
            <a:satOff val="0"/>
            <a:lumOff val="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2F611C-03EC-4F9A-A335-479324F99DB6}">
      <dsp:nvSpPr>
        <dsp:cNvPr id="0" name=""/>
        <dsp:cNvSpPr/>
      </dsp:nvSpPr>
      <dsp:spPr>
        <a:xfrm>
          <a:off x="0" y="13319"/>
          <a:ext cx="10328456" cy="1026675"/>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zh-CN" sz="2600" kern="1200" dirty="0" smtClean="0"/>
            <a:t>终端短路→波节点处</a:t>
          </a:r>
          <a:r>
            <a:rPr lang="en-US" sz="2600" kern="1200" dirty="0" smtClean="0"/>
            <a:t>Y</a:t>
          </a:r>
          <a:r>
            <a:rPr lang="en-US" sz="2600" kern="1200" baseline="-25000" dirty="0" smtClean="0"/>
            <a:t>in</a:t>
          </a:r>
          <a:r>
            <a:rPr lang="en-US" sz="2600" kern="1200" dirty="0" smtClean="0"/>
            <a:t> →∞ →</a:t>
          </a:r>
          <a:r>
            <a:rPr lang="zh-CN" sz="2600" kern="1200" dirty="0" smtClean="0"/>
            <a:t>波节位置不会偏移</a:t>
          </a:r>
          <a:endParaRPr lang="zh-CN" sz="2600" kern="1200" dirty="0"/>
        </a:p>
      </dsp:txBody>
      <dsp:txXfrm>
        <a:off x="0" y="13319"/>
        <a:ext cx="10328456" cy="1026675"/>
      </dsp:txXfrm>
    </dsp:sp>
    <dsp:sp modelId="{AF94AC93-4B46-4BB1-9A85-ED915CDFD1FD}">
      <dsp:nvSpPr>
        <dsp:cNvPr id="0" name=""/>
        <dsp:cNvSpPr/>
      </dsp:nvSpPr>
      <dsp:spPr>
        <a:xfrm>
          <a:off x="0" y="1114875"/>
          <a:ext cx="10328456" cy="1026675"/>
        </a:xfrm>
        <a:prstGeom prst="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zh-CN" sz="2600" kern="1200" dirty="0" smtClean="0"/>
            <a:t>终端短路→波腹点处</a:t>
          </a:r>
          <a:r>
            <a:rPr lang="en-US" sz="2600" kern="1200" dirty="0" err="1" smtClean="0"/>
            <a:t>Y</a:t>
          </a:r>
          <a:r>
            <a:rPr lang="en-US" sz="2600" kern="1200" baseline="-25000" dirty="0" err="1" smtClean="0"/>
            <a:t>p</a:t>
          </a:r>
          <a:r>
            <a:rPr lang="en-US" sz="2600" kern="1200" dirty="0" smtClean="0"/>
            <a:t> </a:t>
          </a:r>
          <a:r>
            <a:rPr lang="zh-CN" sz="2600" kern="1200" dirty="0" smtClean="0"/>
            <a:t>影响明显 →波节位置因探针容性电纳</a:t>
          </a:r>
          <a:r>
            <a:rPr lang="en-US" sz="2600" kern="1200" dirty="0" err="1" smtClean="0"/>
            <a:t>b</a:t>
          </a:r>
          <a:r>
            <a:rPr lang="en-US" sz="2600" kern="1200" baseline="-25000" dirty="0" err="1" smtClean="0"/>
            <a:t>p</a:t>
          </a:r>
          <a:r>
            <a:rPr lang="zh-CN" sz="2600" kern="1200" dirty="0" smtClean="0"/>
            <a:t>的存在→驻波波腹点向负载方向偏移</a:t>
          </a:r>
          <a:endParaRPr lang="zh-CN" sz="2600" kern="1200" dirty="0"/>
        </a:p>
      </dsp:txBody>
      <dsp:txXfrm>
        <a:off x="0" y="1114875"/>
        <a:ext cx="10328456" cy="1026675"/>
      </dsp:txXfrm>
    </dsp:sp>
    <dsp:sp modelId="{260BBFAC-8092-45DA-A909-E48AD2EDD7B1}">
      <dsp:nvSpPr>
        <dsp:cNvPr id="0" name=""/>
        <dsp:cNvSpPr/>
      </dsp:nvSpPr>
      <dsp:spPr>
        <a:xfrm>
          <a:off x="0" y="2216430"/>
          <a:ext cx="10328456" cy="1026675"/>
        </a:xfrm>
        <a:prstGeom prst="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zh-CN" sz="2600" kern="1200" smtClean="0"/>
            <a:t>减小</a:t>
          </a:r>
          <a:r>
            <a:rPr lang="en-US" sz="2600" kern="1200" smtClean="0"/>
            <a:t>Y</a:t>
          </a:r>
          <a:r>
            <a:rPr lang="en-US" sz="2600" kern="1200" baseline="-25000" smtClean="0"/>
            <a:t>p</a:t>
          </a:r>
          <a:r>
            <a:rPr lang="zh-CN" sz="2600" kern="1200" smtClean="0"/>
            <a:t>的影响</a:t>
          </a:r>
          <a:endParaRPr lang="zh-CN" sz="2600" kern="1200"/>
        </a:p>
      </dsp:txBody>
      <dsp:txXfrm>
        <a:off x="0" y="2216430"/>
        <a:ext cx="10328456" cy="1026675"/>
      </dsp:txXfrm>
    </dsp:sp>
    <dsp:sp modelId="{1D03A9C9-527A-4993-8142-FC6030A326BE}">
      <dsp:nvSpPr>
        <dsp:cNvPr id="0" name=""/>
        <dsp:cNvSpPr/>
      </dsp:nvSpPr>
      <dsp:spPr>
        <a:xfrm>
          <a:off x="0" y="3243105"/>
          <a:ext cx="10328456" cy="766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928"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US" sz="2000" kern="1200" smtClean="0"/>
            <a:t>g</a:t>
          </a:r>
          <a:r>
            <a:rPr lang="en-US" sz="2000" kern="1200" baseline="-25000" smtClean="0"/>
            <a:t>p</a:t>
          </a:r>
          <a:r>
            <a:rPr lang="zh-CN" sz="2000" kern="1200" smtClean="0"/>
            <a:t>：适当减少探针插入深度</a:t>
          </a:r>
          <a:r>
            <a:rPr lang="en-US" sz="2000" kern="1200" smtClean="0"/>
            <a:t>;</a:t>
          </a:r>
          <a:endParaRPr lang="zh-CN" sz="2000" kern="1200"/>
        </a:p>
        <a:p>
          <a:pPr marL="228600" lvl="1" indent="-228600" algn="l" defTabSz="889000" rtl="0">
            <a:lnSpc>
              <a:spcPct val="90000"/>
            </a:lnSpc>
            <a:spcBef>
              <a:spcPct val="0"/>
            </a:spcBef>
            <a:spcAft>
              <a:spcPct val="20000"/>
            </a:spcAft>
            <a:buChar char="••"/>
          </a:pPr>
          <a:r>
            <a:rPr lang="en-US" sz="2000" kern="1200" smtClean="0"/>
            <a:t>b</a:t>
          </a:r>
          <a:r>
            <a:rPr lang="en-US" sz="2000" kern="1200" baseline="-25000" smtClean="0"/>
            <a:t>p</a:t>
          </a:r>
          <a:r>
            <a:rPr lang="zh-CN" sz="2000" kern="1200" smtClean="0"/>
            <a:t>：调整探针的调谐电路；</a:t>
          </a:r>
          <a:endParaRPr lang="zh-CN" sz="2000" kern="1200"/>
        </a:p>
      </dsp:txBody>
      <dsp:txXfrm>
        <a:off x="0" y="3243105"/>
        <a:ext cx="10328456" cy="766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2FF216-6BAF-48E2-8CB6-631728F7B609}">
      <dsp:nvSpPr>
        <dsp:cNvPr id="0" name=""/>
        <dsp:cNvSpPr/>
      </dsp:nvSpPr>
      <dsp:spPr>
        <a:xfrm>
          <a:off x="0" y="0"/>
          <a:ext cx="4023360" cy="4023360"/>
        </a:xfrm>
        <a:prstGeom prst="pie">
          <a:avLst>
            <a:gd name="adj1" fmla="val 5400000"/>
            <a:gd name="adj2" fmla="val 1620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CBABA6-088B-4948-87C2-A22FA93B8573}">
      <dsp:nvSpPr>
        <dsp:cNvPr id="0" name=""/>
        <dsp:cNvSpPr/>
      </dsp:nvSpPr>
      <dsp:spPr>
        <a:xfrm>
          <a:off x="2011680" y="0"/>
          <a:ext cx="8316776" cy="402336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lvl="0" algn="ctr" defTabSz="2889250" rtl="0">
            <a:lnSpc>
              <a:spcPct val="90000"/>
            </a:lnSpc>
            <a:spcBef>
              <a:spcPct val="0"/>
            </a:spcBef>
            <a:spcAft>
              <a:spcPct val="35000"/>
            </a:spcAft>
          </a:pPr>
          <a:r>
            <a:rPr lang="zh-CN" sz="6500" kern="1200" smtClean="0"/>
            <a:t>调整方法</a:t>
          </a:r>
          <a:endParaRPr lang="zh-CN" sz="6500" kern="1200"/>
        </a:p>
      </dsp:txBody>
      <dsp:txXfrm>
        <a:off x="2011680" y="0"/>
        <a:ext cx="4158388" cy="1911096"/>
      </dsp:txXfrm>
    </dsp:sp>
    <dsp:sp modelId="{C8C29E34-5A7E-4BED-8232-AD045CDA9FDA}">
      <dsp:nvSpPr>
        <dsp:cNvPr id="0" name=""/>
        <dsp:cNvSpPr/>
      </dsp:nvSpPr>
      <dsp:spPr>
        <a:xfrm>
          <a:off x="1056132" y="1911096"/>
          <a:ext cx="1911096" cy="1911096"/>
        </a:xfrm>
        <a:prstGeom prst="pie">
          <a:avLst>
            <a:gd name="adj1" fmla="val 5400000"/>
            <a:gd name="adj2" fmla="val 16200000"/>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4D3C05-7D17-4885-A8E6-4FA8105918FE}">
      <dsp:nvSpPr>
        <dsp:cNvPr id="0" name=""/>
        <dsp:cNvSpPr/>
      </dsp:nvSpPr>
      <dsp:spPr>
        <a:xfrm>
          <a:off x="2011680" y="1911096"/>
          <a:ext cx="8316776" cy="1911096"/>
        </a:xfrm>
        <a:prstGeom prst="rect">
          <a:avLst/>
        </a:prstGeom>
        <a:solidFill>
          <a:schemeClr val="lt1">
            <a:alpha val="90000"/>
            <a:hueOff val="0"/>
            <a:satOff val="0"/>
            <a:lumOff val="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lvl="0" algn="ctr" defTabSz="2889250" rtl="0">
            <a:lnSpc>
              <a:spcPct val="90000"/>
            </a:lnSpc>
            <a:spcBef>
              <a:spcPct val="0"/>
            </a:spcBef>
            <a:spcAft>
              <a:spcPct val="35000"/>
            </a:spcAft>
          </a:pPr>
          <a:r>
            <a:rPr lang="zh-CN" sz="6500" kern="1200" smtClean="0"/>
            <a:t>注意事项</a:t>
          </a:r>
          <a:endParaRPr lang="zh-CN" sz="6500" kern="1200"/>
        </a:p>
      </dsp:txBody>
      <dsp:txXfrm>
        <a:off x="2011680" y="1911096"/>
        <a:ext cx="4158388" cy="1911096"/>
      </dsp:txXfrm>
    </dsp:sp>
    <dsp:sp modelId="{20870ED1-441D-45A9-A005-C8FD02682CC3}">
      <dsp:nvSpPr>
        <dsp:cNvPr id="0" name=""/>
        <dsp:cNvSpPr/>
      </dsp:nvSpPr>
      <dsp:spPr>
        <a:xfrm>
          <a:off x="6170068" y="0"/>
          <a:ext cx="4158388" cy="1911096"/>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rtl="0">
            <a:lnSpc>
              <a:spcPct val="90000"/>
            </a:lnSpc>
            <a:spcBef>
              <a:spcPct val="0"/>
            </a:spcBef>
            <a:spcAft>
              <a:spcPct val="15000"/>
            </a:spcAft>
            <a:buChar char="••"/>
          </a:pPr>
          <a:r>
            <a:rPr lang="zh-CN" sz="1300" kern="1200" smtClean="0"/>
            <a:t>探针深度：</a:t>
          </a:r>
          <a:r>
            <a:rPr lang="en-US" sz="1300" kern="1200" smtClean="0"/>
            <a:t>1.0~1.5mm(</a:t>
          </a:r>
          <a:r>
            <a:rPr lang="zh-CN" sz="1300" kern="1200" smtClean="0"/>
            <a:t>一般不需调整</a:t>
          </a:r>
          <a:r>
            <a:rPr lang="en-US" sz="1300" kern="1200" smtClean="0"/>
            <a:t>!)</a:t>
          </a:r>
          <a:endParaRPr lang="zh-CN" sz="1300" kern="1200"/>
        </a:p>
        <a:p>
          <a:pPr marL="114300" lvl="1" indent="-114300" algn="l" defTabSz="577850" rtl="0">
            <a:lnSpc>
              <a:spcPct val="90000"/>
            </a:lnSpc>
            <a:spcBef>
              <a:spcPct val="0"/>
            </a:spcBef>
            <a:spcAft>
              <a:spcPct val="15000"/>
            </a:spcAft>
            <a:buChar char="••"/>
          </a:pPr>
          <a:r>
            <a:rPr lang="zh-CN" sz="1300" kern="1200" smtClean="0"/>
            <a:t>终端短路</a:t>
          </a:r>
          <a:endParaRPr lang="zh-CN" sz="1300" kern="1200"/>
        </a:p>
        <a:p>
          <a:pPr marL="228600" lvl="2" indent="-114300" algn="l" defTabSz="577850" rtl="0">
            <a:lnSpc>
              <a:spcPct val="90000"/>
            </a:lnSpc>
            <a:spcBef>
              <a:spcPct val="0"/>
            </a:spcBef>
            <a:spcAft>
              <a:spcPct val="15000"/>
            </a:spcAft>
            <a:buChar char="••"/>
          </a:pPr>
          <a:r>
            <a:rPr lang="zh-CN" sz="1300" kern="1200" dirty="0" smtClean="0"/>
            <a:t>探针移至波腹位置</a:t>
          </a:r>
          <a:endParaRPr lang="zh-CN" sz="1300" kern="1200" dirty="0"/>
        </a:p>
        <a:p>
          <a:pPr marL="228600" lvl="2" indent="-114300" algn="l" defTabSz="577850" rtl="0">
            <a:lnSpc>
              <a:spcPct val="90000"/>
            </a:lnSpc>
            <a:spcBef>
              <a:spcPct val="0"/>
            </a:spcBef>
            <a:spcAft>
              <a:spcPct val="15000"/>
            </a:spcAft>
            <a:buChar char="••"/>
          </a:pPr>
          <a:r>
            <a:rPr lang="zh-CN" sz="1300" kern="1200" dirty="0" smtClean="0"/>
            <a:t>调节测量线上的调谐活塞</a:t>
          </a:r>
          <a:endParaRPr lang="zh-CN" sz="1300" kern="1200" dirty="0"/>
        </a:p>
        <a:p>
          <a:pPr marL="228600" lvl="2" indent="-114300" algn="l" defTabSz="577850" rtl="0">
            <a:lnSpc>
              <a:spcPct val="90000"/>
            </a:lnSpc>
            <a:spcBef>
              <a:spcPct val="0"/>
            </a:spcBef>
            <a:spcAft>
              <a:spcPct val="15000"/>
            </a:spcAft>
            <a:buChar char="••"/>
          </a:pPr>
          <a:r>
            <a:rPr lang="zh-CN" sz="1300" kern="1200" dirty="0" smtClean="0"/>
            <a:t>选放指示最大</a:t>
          </a:r>
          <a:endParaRPr lang="zh-CN" sz="1300" kern="1200" dirty="0"/>
        </a:p>
        <a:p>
          <a:pPr marL="228600" lvl="2" indent="-114300" algn="l" defTabSz="577850" rtl="0">
            <a:lnSpc>
              <a:spcPct val="90000"/>
            </a:lnSpc>
            <a:spcBef>
              <a:spcPct val="0"/>
            </a:spcBef>
            <a:spcAft>
              <a:spcPct val="15000"/>
            </a:spcAft>
            <a:buChar char="••"/>
          </a:pPr>
          <a:r>
            <a:rPr lang="zh-CN" sz="1300" kern="1200" smtClean="0"/>
            <a:t>测量之前</a:t>
          </a:r>
          <a:r>
            <a:rPr lang="en-US" sz="1300" kern="1200" smtClean="0"/>
            <a:t>,</a:t>
          </a:r>
          <a:r>
            <a:rPr lang="zh-CN" sz="1300" kern="1200" smtClean="0"/>
            <a:t>先移动测量线探针观察某个波节点到相邻波腹点之间的间隔</a:t>
          </a:r>
          <a:r>
            <a:rPr lang="en-US" sz="1300" kern="1200" smtClean="0"/>
            <a:t>,</a:t>
          </a:r>
          <a:r>
            <a:rPr lang="zh-CN" sz="1300" kern="1200" smtClean="0"/>
            <a:t>如果比四分之一波导波长大</a:t>
          </a:r>
          <a:r>
            <a:rPr lang="en-US" sz="1300" kern="1200" smtClean="0"/>
            <a:t>(</a:t>
          </a:r>
          <a:r>
            <a:rPr lang="zh-CN" sz="1300" kern="1200" smtClean="0"/>
            <a:t>或小</a:t>
          </a:r>
          <a:r>
            <a:rPr lang="en-US" sz="1300" kern="1200" smtClean="0"/>
            <a:t>)</a:t>
          </a:r>
          <a:r>
            <a:rPr lang="zh-CN" sz="1300" kern="1200" smtClean="0"/>
            <a:t>很多</a:t>
          </a:r>
          <a:r>
            <a:rPr lang="en-US" sz="1300" kern="1200" smtClean="0"/>
            <a:t>,</a:t>
          </a:r>
          <a:r>
            <a:rPr lang="zh-CN" sz="1300" kern="1200" smtClean="0"/>
            <a:t>就需要进行调谐</a:t>
          </a:r>
          <a:endParaRPr lang="zh-CN" sz="1300" kern="1200"/>
        </a:p>
      </dsp:txBody>
      <dsp:txXfrm>
        <a:off x="6170068" y="0"/>
        <a:ext cx="4158388" cy="1911096"/>
      </dsp:txXfrm>
    </dsp:sp>
    <dsp:sp modelId="{E0F18B25-C6B7-4661-B1A9-9B1D782DCF64}">
      <dsp:nvSpPr>
        <dsp:cNvPr id="0" name=""/>
        <dsp:cNvSpPr/>
      </dsp:nvSpPr>
      <dsp:spPr>
        <a:xfrm>
          <a:off x="6170068" y="1911096"/>
          <a:ext cx="4158388" cy="1911096"/>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14300" lvl="1" indent="-114300" algn="l" defTabSz="577850" rtl="0">
            <a:lnSpc>
              <a:spcPct val="90000"/>
            </a:lnSpc>
            <a:spcBef>
              <a:spcPct val="0"/>
            </a:spcBef>
            <a:spcAft>
              <a:spcPct val="15000"/>
            </a:spcAft>
            <a:buChar char="••"/>
          </a:pPr>
          <a:r>
            <a:rPr lang="zh-CN" sz="1300" kern="1200" smtClean="0"/>
            <a:t>频率改变，调谐要重新进行！</a:t>
          </a:r>
          <a:endParaRPr lang="zh-CN" sz="1300" kern="1200"/>
        </a:p>
      </dsp:txBody>
      <dsp:txXfrm>
        <a:off x="6170068" y="1911096"/>
        <a:ext cx="4158388" cy="19110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27B4D-0FB8-47FD-AEE3-D9ECC72CFFA0}">
      <dsp:nvSpPr>
        <dsp:cNvPr id="0" name=""/>
        <dsp:cNvSpPr/>
      </dsp:nvSpPr>
      <dsp:spPr>
        <a:xfrm>
          <a:off x="0" y="57836"/>
          <a:ext cx="10328456" cy="723937"/>
        </a:xfrm>
        <a:prstGeom prst="snip2Diag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zh-CN" sz="2500" kern="1200" smtClean="0"/>
            <a:t>终端短路：测量线终端接短路板</a:t>
          </a:r>
          <a:endParaRPr lang="zh-CN" sz="2500" kern="1200"/>
        </a:p>
      </dsp:txBody>
      <dsp:txXfrm>
        <a:off x="60329" y="118165"/>
        <a:ext cx="10207798" cy="603279"/>
      </dsp:txXfrm>
    </dsp:sp>
    <dsp:sp modelId="{1897448E-2C24-439C-BC83-812EA7DA700E}">
      <dsp:nvSpPr>
        <dsp:cNvPr id="0" name=""/>
        <dsp:cNvSpPr/>
      </dsp:nvSpPr>
      <dsp:spPr>
        <a:xfrm>
          <a:off x="0" y="853773"/>
          <a:ext cx="10328456" cy="723937"/>
        </a:xfrm>
        <a:prstGeom prst="snip2DiagRect">
          <a:avLst/>
        </a:prstGeom>
        <a:solidFill>
          <a:schemeClr val="accent2">
            <a:hueOff val="-330843"/>
            <a:satOff val="373"/>
            <a:lumOff val="8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zh-CN" sz="2500" kern="1200" smtClean="0"/>
            <a:t>终端开路：测量线终端开路</a:t>
          </a:r>
          <a:endParaRPr lang="zh-CN" sz="2500" kern="1200"/>
        </a:p>
      </dsp:txBody>
      <dsp:txXfrm>
        <a:off x="60329" y="914102"/>
        <a:ext cx="10207798" cy="603279"/>
      </dsp:txXfrm>
    </dsp:sp>
    <dsp:sp modelId="{B5954AF3-AD80-4EB9-BECB-B3C8C0E915A8}">
      <dsp:nvSpPr>
        <dsp:cNvPr id="0" name=""/>
        <dsp:cNvSpPr/>
      </dsp:nvSpPr>
      <dsp:spPr>
        <a:xfrm>
          <a:off x="0" y="1649711"/>
          <a:ext cx="10328456" cy="723937"/>
        </a:xfrm>
        <a:prstGeom prst="snip2Diag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zh-CN" sz="2500" kern="1200" smtClean="0"/>
            <a:t>终端开口：测量线终端开口（空载）</a:t>
          </a:r>
          <a:endParaRPr lang="zh-CN" sz="2500" kern="1200"/>
        </a:p>
      </dsp:txBody>
      <dsp:txXfrm>
        <a:off x="60329" y="1710040"/>
        <a:ext cx="10207798" cy="603279"/>
      </dsp:txXfrm>
    </dsp:sp>
    <dsp:sp modelId="{B95A01BE-8689-4C5A-B4C8-12C3B58B1E44}">
      <dsp:nvSpPr>
        <dsp:cNvPr id="0" name=""/>
        <dsp:cNvSpPr/>
      </dsp:nvSpPr>
      <dsp:spPr>
        <a:xfrm>
          <a:off x="0" y="2445648"/>
          <a:ext cx="10328456" cy="723937"/>
        </a:xfrm>
        <a:prstGeom prst="snip2DiagRect">
          <a:avLst/>
        </a:prstGeom>
        <a:solidFill>
          <a:schemeClr val="accent2">
            <a:hueOff val="-992530"/>
            <a:satOff val="1119"/>
            <a:lumOff val="264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zh-CN" sz="2500" kern="1200" smtClean="0"/>
            <a:t>终端匹配：测量线终端接匹配负载</a:t>
          </a:r>
          <a:endParaRPr lang="zh-CN" sz="2500" kern="1200"/>
        </a:p>
      </dsp:txBody>
      <dsp:txXfrm>
        <a:off x="60329" y="2505977"/>
        <a:ext cx="10207798" cy="603279"/>
      </dsp:txXfrm>
    </dsp:sp>
    <dsp:sp modelId="{958C9B83-DC41-4777-A2A0-5BE5F5204798}">
      <dsp:nvSpPr>
        <dsp:cNvPr id="0" name=""/>
        <dsp:cNvSpPr/>
      </dsp:nvSpPr>
      <dsp:spPr>
        <a:xfrm>
          <a:off x="0" y="3241586"/>
          <a:ext cx="10328456" cy="723937"/>
        </a:xfrm>
        <a:prstGeom prst="snip2Diag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rtl="0">
            <a:lnSpc>
              <a:spcPct val="90000"/>
            </a:lnSpc>
            <a:spcBef>
              <a:spcPct val="0"/>
            </a:spcBef>
            <a:spcAft>
              <a:spcPct val="35000"/>
            </a:spcAft>
          </a:pPr>
          <a:r>
            <a:rPr lang="zh-CN" sz="2500" kern="1200" dirty="0" smtClean="0"/>
            <a:t>终端开路与开口的区别</a:t>
          </a:r>
          <a:endParaRPr lang="zh-CN" sz="2500" kern="1200" dirty="0"/>
        </a:p>
      </dsp:txBody>
      <dsp:txXfrm>
        <a:off x="60329" y="3301915"/>
        <a:ext cx="10207798" cy="6032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D53F48-1F3A-4C89-926B-F743C2D08A92}">
      <dsp:nvSpPr>
        <dsp:cNvPr id="0" name=""/>
        <dsp:cNvSpPr/>
      </dsp:nvSpPr>
      <dsp:spPr>
        <a:xfrm>
          <a:off x="774634" y="0"/>
          <a:ext cx="8779187" cy="402336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D548FF-472B-44C8-9A97-9FC51C5FE531}">
      <dsp:nvSpPr>
        <dsp:cNvPr id="0" name=""/>
        <dsp:cNvSpPr/>
      </dsp:nvSpPr>
      <dsp:spPr>
        <a:xfrm>
          <a:off x="5169" y="1207008"/>
          <a:ext cx="2486293" cy="1609344"/>
        </a:xfrm>
        <a:prstGeom prst="snip2Diag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zh-CN" sz="2200" kern="1200" smtClean="0"/>
            <a:t>测量线终端接待测负载</a:t>
          </a:r>
          <a:endParaRPr lang="zh-CN" sz="2200" kern="1200"/>
        </a:p>
      </dsp:txBody>
      <dsp:txXfrm>
        <a:off x="139284" y="1341123"/>
        <a:ext cx="2218063" cy="1341114"/>
      </dsp:txXfrm>
    </dsp:sp>
    <dsp:sp modelId="{AFA4F970-38FB-4A6B-A292-AC456427030D}">
      <dsp:nvSpPr>
        <dsp:cNvPr id="0" name=""/>
        <dsp:cNvSpPr/>
      </dsp:nvSpPr>
      <dsp:spPr>
        <a:xfrm>
          <a:off x="2615777" y="1207008"/>
          <a:ext cx="2486293" cy="1609344"/>
        </a:xfrm>
        <a:prstGeom prst="snip2DiagRect">
          <a:avLst/>
        </a:prstGeom>
        <a:solidFill>
          <a:schemeClr val="accent2">
            <a:hueOff val="-441124"/>
            <a:satOff val="497"/>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zh-CN" sz="2200" kern="1200" dirty="0" smtClean="0"/>
            <a:t>移动测量线探针</a:t>
          </a:r>
          <a:endParaRPr lang="zh-CN" sz="2200" kern="1200" dirty="0"/>
        </a:p>
      </dsp:txBody>
      <dsp:txXfrm>
        <a:off x="2749892" y="1341123"/>
        <a:ext cx="2218063" cy="1341114"/>
      </dsp:txXfrm>
    </dsp:sp>
    <dsp:sp modelId="{B9E84440-12F0-4D04-BBA2-2660FDCBBF78}">
      <dsp:nvSpPr>
        <dsp:cNvPr id="0" name=""/>
        <dsp:cNvSpPr/>
      </dsp:nvSpPr>
      <dsp:spPr>
        <a:xfrm>
          <a:off x="5226385" y="1207008"/>
          <a:ext cx="2486293" cy="1609344"/>
        </a:xfrm>
        <a:prstGeom prst="snip2DiagRect">
          <a:avLst/>
        </a:prstGeom>
        <a:solidFill>
          <a:schemeClr val="accent2">
            <a:hueOff val="-882249"/>
            <a:satOff val="995"/>
            <a:lumOff val="235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zh-CN" sz="2200" kern="1200" dirty="0" smtClean="0"/>
            <a:t>按一定方式记录探针位置和检波指示值（</a:t>
          </a:r>
          <a:r>
            <a:rPr lang="en-US" sz="2200" kern="1200" dirty="0" err="1" smtClean="0"/>
            <a:t>d~i</a:t>
          </a:r>
          <a:r>
            <a:rPr lang="zh-CN" sz="2200" kern="1200" dirty="0" smtClean="0"/>
            <a:t>）</a:t>
          </a:r>
          <a:endParaRPr lang="zh-CN" sz="2200" kern="1200" dirty="0"/>
        </a:p>
      </dsp:txBody>
      <dsp:txXfrm>
        <a:off x="5360500" y="1341123"/>
        <a:ext cx="2218063" cy="1341114"/>
      </dsp:txXfrm>
    </dsp:sp>
    <dsp:sp modelId="{0AF425E1-E157-4EED-8918-F284DCACA113}">
      <dsp:nvSpPr>
        <dsp:cNvPr id="0" name=""/>
        <dsp:cNvSpPr/>
      </dsp:nvSpPr>
      <dsp:spPr>
        <a:xfrm>
          <a:off x="7836993" y="1207008"/>
          <a:ext cx="2486293" cy="1609344"/>
        </a:xfrm>
        <a:prstGeom prst="snip2Diag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zh-CN" sz="2200" kern="1200" dirty="0" smtClean="0"/>
            <a:t>描绘驻波分布特性图形</a:t>
          </a:r>
          <a:endParaRPr lang="zh-CN" sz="2200" kern="1200" dirty="0"/>
        </a:p>
      </dsp:txBody>
      <dsp:txXfrm>
        <a:off x="7971108" y="1341123"/>
        <a:ext cx="2218063" cy="13411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AA7AF1-E002-4B3F-96B2-A039F9D6EA0A}">
      <dsp:nvSpPr>
        <dsp:cNvPr id="0" name=""/>
        <dsp:cNvSpPr/>
      </dsp:nvSpPr>
      <dsp:spPr>
        <a:xfrm>
          <a:off x="774634" y="0"/>
          <a:ext cx="8779187" cy="402336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5E4F1E-CFBF-4C83-976A-C1155C1D12B3}">
      <dsp:nvSpPr>
        <dsp:cNvPr id="0" name=""/>
        <dsp:cNvSpPr/>
      </dsp:nvSpPr>
      <dsp:spPr>
        <a:xfrm>
          <a:off x="2836" y="1207008"/>
          <a:ext cx="1651645" cy="1609344"/>
        </a:xfrm>
        <a:prstGeom prst="snip2Diag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kern="1200" smtClean="0"/>
            <a:t>测量线终端接上待测负载</a:t>
          </a:r>
          <a:endParaRPr lang="zh-CN" sz="1600" kern="1200"/>
        </a:p>
      </dsp:txBody>
      <dsp:txXfrm>
        <a:off x="136951" y="1341123"/>
        <a:ext cx="1383415" cy="1341114"/>
      </dsp:txXfrm>
    </dsp:sp>
    <dsp:sp modelId="{39C4B68C-07B8-481D-834B-BAE562938FB2}">
      <dsp:nvSpPr>
        <dsp:cNvPr id="0" name=""/>
        <dsp:cNvSpPr/>
      </dsp:nvSpPr>
      <dsp:spPr>
        <a:xfrm>
          <a:off x="1737064" y="1207008"/>
          <a:ext cx="1651645" cy="1609344"/>
        </a:xfrm>
        <a:prstGeom prst="snip2DiagRect">
          <a:avLst/>
        </a:prstGeom>
        <a:solidFill>
          <a:schemeClr val="accent2">
            <a:hueOff val="-264675"/>
            <a:satOff val="298"/>
            <a:lumOff val="70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kern="1200" dirty="0" smtClean="0"/>
            <a:t>移动探针至测量线中间部位的波腹点</a:t>
          </a:r>
          <a:endParaRPr lang="zh-CN" sz="1600" kern="1200" dirty="0"/>
        </a:p>
      </dsp:txBody>
      <dsp:txXfrm>
        <a:off x="1871179" y="1341123"/>
        <a:ext cx="1383415" cy="1341114"/>
      </dsp:txXfrm>
    </dsp:sp>
    <dsp:sp modelId="{4894021B-6963-4967-BCD1-0DD948A0A3F5}">
      <dsp:nvSpPr>
        <dsp:cNvPr id="0" name=""/>
        <dsp:cNvSpPr/>
      </dsp:nvSpPr>
      <dsp:spPr>
        <a:xfrm>
          <a:off x="3471291" y="1207008"/>
          <a:ext cx="1651645" cy="1609344"/>
        </a:xfrm>
        <a:prstGeom prst="snip2DiagRect">
          <a:avLst/>
        </a:prstGeom>
        <a:solidFill>
          <a:schemeClr val="accent2">
            <a:hueOff val="-529349"/>
            <a:satOff val="597"/>
            <a:lumOff val="141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kern="1200" dirty="0" smtClean="0"/>
            <a:t>调整信号大小使波腹点的检波指示值达到满量程</a:t>
          </a:r>
          <a:endParaRPr lang="zh-CN" sz="1600" kern="1200" dirty="0"/>
        </a:p>
      </dsp:txBody>
      <dsp:txXfrm>
        <a:off x="3605406" y="1341123"/>
        <a:ext cx="1383415" cy="1341114"/>
      </dsp:txXfrm>
    </dsp:sp>
    <dsp:sp modelId="{7C473CFD-E6BB-4FF9-9E20-FFBDD12F3142}">
      <dsp:nvSpPr>
        <dsp:cNvPr id="0" name=""/>
        <dsp:cNvSpPr/>
      </dsp:nvSpPr>
      <dsp:spPr>
        <a:xfrm>
          <a:off x="5205519" y="1207008"/>
          <a:ext cx="1651645" cy="1609344"/>
        </a:xfrm>
        <a:prstGeom prst="snip2DiagRect">
          <a:avLst/>
        </a:prstGeom>
        <a:solidFill>
          <a:schemeClr val="accent2">
            <a:hueOff val="-794024"/>
            <a:satOff val="895"/>
            <a:lumOff val="211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kern="1200" dirty="0" smtClean="0"/>
            <a:t>移动探针至相邻波节点</a:t>
          </a:r>
          <a:endParaRPr lang="zh-CN" sz="1600" kern="1200" dirty="0"/>
        </a:p>
      </dsp:txBody>
      <dsp:txXfrm>
        <a:off x="5339634" y="1341123"/>
        <a:ext cx="1383415" cy="1341114"/>
      </dsp:txXfrm>
    </dsp:sp>
    <dsp:sp modelId="{FCB748E6-5576-4006-BA28-A56C976AF5E8}">
      <dsp:nvSpPr>
        <dsp:cNvPr id="0" name=""/>
        <dsp:cNvSpPr/>
      </dsp:nvSpPr>
      <dsp:spPr>
        <a:xfrm>
          <a:off x="6939746" y="1207008"/>
          <a:ext cx="1651645" cy="1609344"/>
        </a:xfrm>
        <a:prstGeom prst="snip2DiagRect">
          <a:avLst/>
        </a:prstGeom>
        <a:solidFill>
          <a:schemeClr val="accent2">
            <a:hueOff val="-1058698"/>
            <a:satOff val="1194"/>
            <a:lumOff val="282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kern="1200" dirty="0" smtClean="0"/>
            <a:t>读取指针指示的选频放大器驻波比刻度线上的刻度值</a:t>
          </a:r>
          <a:endParaRPr lang="zh-CN" sz="1600" kern="1200" dirty="0"/>
        </a:p>
      </dsp:txBody>
      <dsp:txXfrm>
        <a:off x="7073861" y="1341123"/>
        <a:ext cx="1383415" cy="1341114"/>
      </dsp:txXfrm>
    </dsp:sp>
    <dsp:sp modelId="{0130F6E4-3A1E-41CD-8DD9-9FE154A871FC}">
      <dsp:nvSpPr>
        <dsp:cNvPr id="0" name=""/>
        <dsp:cNvSpPr/>
      </dsp:nvSpPr>
      <dsp:spPr>
        <a:xfrm>
          <a:off x="8673974" y="1207008"/>
          <a:ext cx="1651645" cy="1609344"/>
        </a:xfrm>
        <a:prstGeom prst="snip2Diag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zh-CN" sz="1600" kern="1200" dirty="0" smtClean="0"/>
            <a:t>得到驻波比的值</a:t>
          </a:r>
          <a:endParaRPr lang="zh-CN" sz="1600" kern="1200" dirty="0"/>
        </a:p>
      </dsp:txBody>
      <dsp:txXfrm>
        <a:off x="8808089" y="1341123"/>
        <a:ext cx="1383415" cy="13411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CCD427-B42D-4A01-9F67-104882A7FCED}">
      <dsp:nvSpPr>
        <dsp:cNvPr id="0" name=""/>
        <dsp:cNvSpPr/>
      </dsp:nvSpPr>
      <dsp:spPr>
        <a:xfrm>
          <a:off x="774634" y="0"/>
          <a:ext cx="8779187" cy="402336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C2B37E-A9FE-4965-BB49-99E1BECCEFBD}">
      <dsp:nvSpPr>
        <dsp:cNvPr id="0" name=""/>
        <dsp:cNvSpPr/>
      </dsp:nvSpPr>
      <dsp:spPr>
        <a:xfrm>
          <a:off x="11095" y="1207008"/>
          <a:ext cx="3324471" cy="1609344"/>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just" defTabSz="1111250" rtl="0">
            <a:lnSpc>
              <a:spcPct val="90000"/>
            </a:lnSpc>
            <a:spcBef>
              <a:spcPct val="0"/>
            </a:spcBef>
            <a:spcAft>
              <a:spcPct val="35000"/>
            </a:spcAft>
          </a:pPr>
          <a:r>
            <a:rPr lang="zh-CN" sz="2500" kern="1200" dirty="0" smtClean="0"/>
            <a:t>测量线探针放置波腹点位置时</a:t>
          </a:r>
          <a:r>
            <a:rPr lang="en-US" sz="2500" kern="1200" dirty="0" smtClean="0"/>
            <a:t>,</a:t>
          </a:r>
          <a:r>
            <a:rPr lang="zh-CN" sz="2500" kern="1200" dirty="0" smtClean="0"/>
            <a:t>调整指示至满量程</a:t>
          </a:r>
          <a:r>
            <a:rPr lang="en-US" sz="2500" kern="1200" dirty="0" smtClean="0"/>
            <a:t>; </a:t>
          </a:r>
          <a:endParaRPr lang="zh-CN" sz="2500" kern="1200" dirty="0"/>
        </a:p>
      </dsp:txBody>
      <dsp:txXfrm>
        <a:off x="11095" y="1207008"/>
        <a:ext cx="3324471" cy="1609344"/>
      </dsp:txXfrm>
    </dsp:sp>
    <dsp:sp modelId="{F67876A4-BB30-436E-B2E6-C086F9A8E498}">
      <dsp:nvSpPr>
        <dsp:cNvPr id="0" name=""/>
        <dsp:cNvSpPr/>
      </dsp:nvSpPr>
      <dsp:spPr>
        <a:xfrm>
          <a:off x="3501992" y="1207008"/>
          <a:ext cx="3324471" cy="1609344"/>
        </a:xfrm>
        <a:prstGeom prst="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just" defTabSz="1111250" rtl="0">
            <a:lnSpc>
              <a:spcPct val="90000"/>
            </a:lnSpc>
            <a:spcBef>
              <a:spcPct val="0"/>
            </a:spcBef>
            <a:spcAft>
              <a:spcPct val="35000"/>
            </a:spcAft>
          </a:pPr>
          <a:r>
            <a:rPr lang="zh-CN" sz="2500" kern="1200" dirty="0" smtClean="0"/>
            <a:t>移动测量线探针至相邻波节点</a:t>
          </a:r>
          <a:r>
            <a:rPr lang="en-US" sz="2500" kern="1200" dirty="0" smtClean="0"/>
            <a:t>,</a:t>
          </a:r>
          <a:r>
            <a:rPr lang="zh-CN" sz="2500" kern="1200" dirty="0" smtClean="0"/>
            <a:t>读取驻波比刻度线上的值</a:t>
          </a:r>
          <a:r>
            <a:rPr lang="en-US" sz="2500" kern="1200" dirty="0" smtClean="0"/>
            <a:t>,</a:t>
          </a:r>
          <a:r>
            <a:rPr lang="zh-CN" sz="2500" kern="1200" dirty="0" smtClean="0"/>
            <a:t>即为</a:t>
          </a:r>
          <a:r>
            <a:rPr lang="en-US" sz="2500" kern="1200" dirty="0" smtClean="0"/>
            <a:t>S;</a:t>
          </a:r>
          <a:endParaRPr lang="zh-CN" sz="2500" kern="1200" dirty="0"/>
        </a:p>
      </dsp:txBody>
      <dsp:txXfrm>
        <a:off x="3501992" y="1207008"/>
        <a:ext cx="3324471" cy="1609344"/>
      </dsp:txXfrm>
    </dsp:sp>
    <dsp:sp modelId="{A10EA755-292B-4333-9F48-F456A3FF1985}">
      <dsp:nvSpPr>
        <dsp:cNvPr id="0" name=""/>
        <dsp:cNvSpPr/>
      </dsp:nvSpPr>
      <dsp:spPr>
        <a:xfrm>
          <a:off x="6992889" y="1207008"/>
          <a:ext cx="3324471" cy="1609344"/>
        </a:xfrm>
        <a:prstGeom prst="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just" defTabSz="1111250" rtl="0">
            <a:lnSpc>
              <a:spcPct val="90000"/>
            </a:lnSpc>
            <a:spcBef>
              <a:spcPct val="0"/>
            </a:spcBef>
            <a:spcAft>
              <a:spcPct val="35000"/>
            </a:spcAft>
          </a:pPr>
          <a:r>
            <a:rPr lang="zh-CN" sz="2500" kern="1200" dirty="0" smtClean="0"/>
            <a:t>如果超过</a:t>
          </a:r>
          <a:r>
            <a:rPr lang="en-US" sz="2500" kern="1200" dirty="0" smtClean="0"/>
            <a:t>1-4</a:t>
          </a:r>
          <a:r>
            <a:rPr lang="zh-CN" sz="2500" kern="1200" dirty="0" smtClean="0"/>
            <a:t>量程</a:t>
          </a:r>
          <a:r>
            <a:rPr lang="en-US" sz="2500" kern="1200" dirty="0" smtClean="0"/>
            <a:t>,</a:t>
          </a:r>
          <a:r>
            <a:rPr lang="zh-CN" sz="2500" kern="1200" dirty="0" smtClean="0"/>
            <a:t>则增大一档选放分贝档</a:t>
          </a:r>
          <a:r>
            <a:rPr lang="en-US" sz="2500" kern="1200" dirty="0" smtClean="0"/>
            <a:t>,</a:t>
          </a:r>
          <a:r>
            <a:rPr lang="zh-CN" sz="2500" kern="1200" dirty="0" smtClean="0"/>
            <a:t>读取</a:t>
          </a:r>
          <a:r>
            <a:rPr lang="en-US" sz="2500" i="1" kern="1200" dirty="0" smtClean="0"/>
            <a:t>3.2-10</a:t>
          </a:r>
          <a:r>
            <a:rPr lang="zh-CN" sz="2500" kern="1200" dirty="0" smtClean="0"/>
            <a:t>量程上的值。</a:t>
          </a:r>
          <a:endParaRPr lang="zh-CN" sz="2500" kern="1200" dirty="0"/>
        </a:p>
      </dsp:txBody>
      <dsp:txXfrm>
        <a:off x="6992889" y="1207008"/>
        <a:ext cx="3324471" cy="160934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5654F0-10A9-4DE4-A476-A4501EC92434}">
      <dsp:nvSpPr>
        <dsp:cNvPr id="0" name=""/>
        <dsp:cNvSpPr/>
      </dsp:nvSpPr>
      <dsp:spPr>
        <a:xfrm>
          <a:off x="0" y="267547"/>
          <a:ext cx="10328456" cy="796331"/>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l" defTabSz="1466850" rtl="0">
            <a:lnSpc>
              <a:spcPct val="90000"/>
            </a:lnSpc>
            <a:spcBef>
              <a:spcPct val="0"/>
            </a:spcBef>
            <a:spcAft>
              <a:spcPct val="35000"/>
            </a:spcAft>
          </a:pPr>
          <a:r>
            <a:rPr lang="zh-CN" sz="3300" kern="1200" dirty="0" smtClean="0"/>
            <a:t>系统调整</a:t>
          </a:r>
          <a:endParaRPr lang="zh-CN" sz="3300" kern="1200" dirty="0"/>
        </a:p>
      </dsp:txBody>
      <dsp:txXfrm>
        <a:off x="0" y="267547"/>
        <a:ext cx="10328456" cy="796331"/>
      </dsp:txXfrm>
    </dsp:sp>
    <dsp:sp modelId="{4DBF8F0A-3683-4C86-A109-53285F7CC1D3}">
      <dsp:nvSpPr>
        <dsp:cNvPr id="0" name=""/>
        <dsp:cNvSpPr/>
      </dsp:nvSpPr>
      <dsp:spPr>
        <a:xfrm>
          <a:off x="0" y="1063878"/>
          <a:ext cx="10328456" cy="990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928" tIns="41910" rIns="234696" bIns="41910" numCol="1" spcCol="1270" anchor="t" anchorCtr="0">
          <a:noAutofit/>
        </a:bodyPr>
        <a:lstStyle/>
        <a:p>
          <a:pPr marL="228600" lvl="1" indent="-228600" algn="l" defTabSz="1155700" rtl="0">
            <a:lnSpc>
              <a:spcPct val="90000"/>
            </a:lnSpc>
            <a:spcBef>
              <a:spcPct val="0"/>
            </a:spcBef>
            <a:spcAft>
              <a:spcPct val="20000"/>
            </a:spcAft>
            <a:buChar char="••"/>
          </a:pPr>
          <a:r>
            <a:rPr lang="zh-CN" sz="2600" kern="1200" smtClean="0"/>
            <a:t>工作方式：方波调制</a:t>
          </a:r>
          <a:endParaRPr lang="zh-CN" sz="2600" kern="1200"/>
        </a:p>
        <a:p>
          <a:pPr marL="228600" lvl="1" indent="-228600" algn="l" defTabSz="1155700" rtl="0">
            <a:lnSpc>
              <a:spcPct val="90000"/>
            </a:lnSpc>
            <a:spcBef>
              <a:spcPct val="0"/>
            </a:spcBef>
            <a:spcAft>
              <a:spcPct val="20000"/>
            </a:spcAft>
            <a:buChar char="••"/>
          </a:pPr>
          <a:r>
            <a:rPr lang="zh-CN" sz="2600" kern="1200" dirty="0" smtClean="0"/>
            <a:t>工作频率：</a:t>
          </a:r>
          <a:r>
            <a:rPr lang="en-US" sz="2600" kern="1200" dirty="0" smtClean="0"/>
            <a:t>9370MHz</a:t>
          </a:r>
          <a:endParaRPr lang="zh-CN" sz="2600" kern="1200" dirty="0"/>
        </a:p>
      </dsp:txBody>
      <dsp:txXfrm>
        <a:off x="0" y="1063878"/>
        <a:ext cx="10328456" cy="990495"/>
      </dsp:txXfrm>
    </dsp:sp>
    <dsp:sp modelId="{3093BEA7-8576-442F-B232-45C6D6899625}">
      <dsp:nvSpPr>
        <dsp:cNvPr id="0" name=""/>
        <dsp:cNvSpPr/>
      </dsp:nvSpPr>
      <dsp:spPr>
        <a:xfrm>
          <a:off x="0" y="2054373"/>
          <a:ext cx="10328456" cy="796331"/>
        </a:xfrm>
        <a:prstGeom prst="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l" defTabSz="1466850" rtl="0">
            <a:lnSpc>
              <a:spcPct val="90000"/>
            </a:lnSpc>
            <a:spcBef>
              <a:spcPct val="0"/>
            </a:spcBef>
            <a:spcAft>
              <a:spcPct val="35000"/>
            </a:spcAft>
          </a:pPr>
          <a:r>
            <a:rPr lang="zh-CN" sz="3300" kern="1200" smtClean="0"/>
            <a:t>测量内容</a:t>
          </a:r>
          <a:endParaRPr lang="zh-CN" sz="3300" kern="1200"/>
        </a:p>
      </dsp:txBody>
      <dsp:txXfrm>
        <a:off x="0" y="2054373"/>
        <a:ext cx="10328456" cy="796331"/>
      </dsp:txXfrm>
    </dsp:sp>
    <dsp:sp modelId="{B7DFB61D-3783-4557-8046-D7C1B7176D81}">
      <dsp:nvSpPr>
        <dsp:cNvPr id="0" name=""/>
        <dsp:cNvSpPr/>
      </dsp:nvSpPr>
      <dsp:spPr>
        <a:xfrm>
          <a:off x="0" y="2850705"/>
          <a:ext cx="10328456" cy="905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928" tIns="41910" rIns="234696" bIns="41910" numCol="1" spcCol="1270" anchor="t" anchorCtr="0">
          <a:noAutofit/>
        </a:bodyPr>
        <a:lstStyle/>
        <a:p>
          <a:pPr marL="228600" lvl="1" indent="-228600" algn="l" defTabSz="1155700" rtl="0">
            <a:lnSpc>
              <a:spcPct val="90000"/>
            </a:lnSpc>
            <a:spcBef>
              <a:spcPct val="0"/>
            </a:spcBef>
            <a:spcAft>
              <a:spcPct val="20000"/>
            </a:spcAft>
            <a:buChar char="••"/>
          </a:pPr>
          <a:r>
            <a:rPr lang="zh-CN" sz="2600" kern="1200" dirty="0" smtClean="0"/>
            <a:t>按驻波分布的测量方法以及驻波比的测量方法分别测量终端短路、开路、开口、匹配四种负载的驻波分布特性及驻波比的大小；</a:t>
          </a:r>
          <a:endParaRPr lang="zh-CN" sz="2600" kern="1200" dirty="0"/>
        </a:p>
      </dsp:txBody>
      <dsp:txXfrm>
        <a:off x="0" y="2850705"/>
        <a:ext cx="10328456" cy="90510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979EE2-B2FD-4B1B-8F51-D9CFF4964E4A}">
      <dsp:nvSpPr>
        <dsp:cNvPr id="0" name=""/>
        <dsp:cNvSpPr/>
      </dsp:nvSpPr>
      <dsp:spPr>
        <a:xfrm>
          <a:off x="0" y="14692"/>
          <a:ext cx="10328456" cy="72393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rtl="0">
            <a:lnSpc>
              <a:spcPct val="90000"/>
            </a:lnSpc>
            <a:spcBef>
              <a:spcPct val="0"/>
            </a:spcBef>
            <a:spcAft>
              <a:spcPct val="35000"/>
            </a:spcAft>
          </a:pPr>
          <a:r>
            <a:rPr lang="zh-CN" sz="3000" kern="1200" smtClean="0"/>
            <a:t>驻波分布测量要求</a:t>
          </a:r>
          <a:r>
            <a:rPr lang="en-US" sz="3000" kern="1200" smtClean="0"/>
            <a:t>:(</a:t>
          </a:r>
          <a:r>
            <a:rPr lang="zh-CN" sz="3000" kern="1200" smtClean="0"/>
            <a:t>系统状态要求</a:t>
          </a:r>
          <a:r>
            <a:rPr lang="en-US" sz="3000" kern="1200" smtClean="0"/>
            <a:t>)</a:t>
          </a:r>
          <a:endParaRPr lang="zh-CN" sz="3000" kern="1200"/>
        </a:p>
      </dsp:txBody>
      <dsp:txXfrm>
        <a:off x="0" y="14692"/>
        <a:ext cx="10328456" cy="723937"/>
      </dsp:txXfrm>
    </dsp:sp>
    <dsp:sp modelId="{3EB90BDF-0D4E-4C66-8D6C-281AA90DA160}">
      <dsp:nvSpPr>
        <dsp:cNvPr id="0" name=""/>
        <dsp:cNvSpPr/>
      </dsp:nvSpPr>
      <dsp:spPr>
        <a:xfrm>
          <a:off x="0" y="738629"/>
          <a:ext cx="10328456" cy="1676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928" tIns="38100" rIns="213360" bIns="38100" numCol="1" spcCol="1270" anchor="t" anchorCtr="0">
          <a:noAutofit/>
        </a:bodyPr>
        <a:lstStyle/>
        <a:p>
          <a:pPr marL="228600" lvl="1" indent="-228600" algn="l" defTabSz="1022350" rtl="0">
            <a:lnSpc>
              <a:spcPct val="90000"/>
            </a:lnSpc>
            <a:spcBef>
              <a:spcPct val="0"/>
            </a:spcBef>
            <a:spcAft>
              <a:spcPct val="20000"/>
            </a:spcAft>
            <a:buChar char="••"/>
          </a:pPr>
          <a:r>
            <a:rPr lang="zh-CN" sz="2300" kern="1200" smtClean="0"/>
            <a:t>在短路情况下将波腹点的检波指示值通过衰减调节调至</a:t>
          </a:r>
          <a:r>
            <a:rPr lang="en-US" sz="2300" kern="1200" smtClean="0"/>
            <a:t>2/3</a:t>
          </a:r>
          <a:r>
            <a:rPr lang="zh-CN" sz="2300" kern="1200" smtClean="0"/>
            <a:t>量程</a:t>
          </a:r>
          <a:r>
            <a:rPr lang="en-US" sz="2300" kern="1200" smtClean="0"/>
            <a:t>,</a:t>
          </a:r>
          <a:r>
            <a:rPr lang="zh-CN" sz="2300" kern="1200" smtClean="0"/>
            <a:t>不要调到满量程</a:t>
          </a:r>
          <a:r>
            <a:rPr lang="en-US" sz="2300" kern="1200" smtClean="0"/>
            <a:t>;</a:t>
          </a:r>
          <a:endParaRPr lang="zh-CN" sz="2300" kern="1200"/>
        </a:p>
        <a:p>
          <a:pPr marL="228600" lvl="1" indent="-228600" algn="l" defTabSz="1022350" rtl="0">
            <a:lnSpc>
              <a:spcPct val="90000"/>
            </a:lnSpc>
            <a:spcBef>
              <a:spcPct val="0"/>
            </a:spcBef>
            <a:spcAft>
              <a:spcPct val="20000"/>
            </a:spcAft>
            <a:buChar char="••"/>
          </a:pPr>
          <a:r>
            <a:rPr lang="zh-CN" sz="2300" kern="1200" smtClean="0"/>
            <a:t>在开口以及匹配负载情况下保持系统状态不变时进行测量</a:t>
          </a:r>
          <a:r>
            <a:rPr lang="en-US" sz="2300" kern="1200" smtClean="0"/>
            <a:t>;</a:t>
          </a:r>
          <a:endParaRPr lang="zh-CN" sz="2300" kern="1200"/>
        </a:p>
        <a:p>
          <a:pPr marL="228600" lvl="1" indent="-228600" algn="l" defTabSz="1022350" rtl="0">
            <a:lnSpc>
              <a:spcPct val="90000"/>
            </a:lnSpc>
            <a:spcBef>
              <a:spcPct val="0"/>
            </a:spcBef>
            <a:spcAft>
              <a:spcPct val="20000"/>
            </a:spcAft>
            <a:buChar char="••"/>
          </a:pPr>
          <a:r>
            <a:rPr lang="zh-CN" sz="2300" kern="1200" smtClean="0"/>
            <a:t>测完驻波分布后</a:t>
          </a:r>
          <a:r>
            <a:rPr lang="en-US" sz="2300" kern="1200" smtClean="0"/>
            <a:t>,</a:t>
          </a:r>
          <a:r>
            <a:rPr lang="zh-CN" sz="2300" kern="1200" smtClean="0"/>
            <a:t>用直接法测量驻波比</a:t>
          </a:r>
          <a:r>
            <a:rPr lang="en-US" sz="2300" kern="1200" smtClean="0"/>
            <a:t>;</a:t>
          </a:r>
          <a:endParaRPr lang="zh-CN" sz="2300" kern="1200"/>
        </a:p>
      </dsp:txBody>
      <dsp:txXfrm>
        <a:off x="0" y="738629"/>
        <a:ext cx="10328456" cy="1676700"/>
      </dsp:txXfrm>
    </dsp:sp>
    <dsp:sp modelId="{205A7183-0AC7-481C-BD3F-2D8BC508EEA3}">
      <dsp:nvSpPr>
        <dsp:cNvPr id="0" name=""/>
        <dsp:cNvSpPr/>
      </dsp:nvSpPr>
      <dsp:spPr>
        <a:xfrm>
          <a:off x="0" y="2415330"/>
          <a:ext cx="10328456" cy="723937"/>
        </a:xfrm>
        <a:prstGeom prst="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rtl="0">
            <a:lnSpc>
              <a:spcPct val="90000"/>
            </a:lnSpc>
            <a:spcBef>
              <a:spcPct val="0"/>
            </a:spcBef>
            <a:spcAft>
              <a:spcPct val="35000"/>
            </a:spcAft>
          </a:pPr>
          <a:r>
            <a:rPr lang="zh-CN" sz="3000" kern="1200" smtClean="0"/>
            <a:t>测量开始位置</a:t>
          </a:r>
          <a:endParaRPr lang="zh-CN" sz="3000" kern="1200"/>
        </a:p>
      </dsp:txBody>
      <dsp:txXfrm>
        <a:off x="0" y="2415330"/>
        <a:ext cx="10328456" cy="723937"/>
      </dsp:txXfrm>
    </dsp:sp>
    <dsp:sp modelId="{EF76A959-841E-47A7-8827-B32862BEC2CE}">
      <dsp:nvSpPr>
        <dsp:cNvPr id="0" name=""/>
        <dsp:cNvSpPr/>
      </dsp:nvSpPr>
      <dsp:spPr>
        <a:xfrm>
          <a:off x="0" y="3139267"/>
          <a:ext cx="10328456" cy="869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928" tIns="38100" rIns="213360" bIns="38100" numCol="1" spcCol="1270" anchor="t" anchorCtr="0">
          <a:noAutofit/>
        </a:bodyPr>
        <a:lstStyle/>
        <a:p>
          <a:pPr marL="228600" lvl="1" indent="-228600" algn="l" defTabSz="1022350" rtl="0">
            <a:lnSpc>
              <a:spcPct val="90000"/>
            </a:lnSpc>
            <a:spcBef>
              <a:spcPct val="0"/>
            </a:spcBef>
            <a:spcAft>
              <a:spcPct val="20000"/>
            </a:spcAft>
            <a:buChar char="••"/>
          </a:pPr>
          <a:r>
            <a:rPr lang="zh-CN" sz="2300" kern="1200" smtClean="0"/>
            <a:t>从负载至信号源方向</a:t>
          </a:r>
          <a:endParaRPr lang="zh-CN" sz="2300" kern="1200"/>
        </a:p>
        <a:p>
          <a:pPr marL="228600" lvl="1" indent="-228600" algn="l" defTabSz="1022350" rtl="0">
            <a:lnSpc>
              <a:spcPct val="90000"/>
            </a:lnSpc>
            <a:spcBef>
              <a:spcPct val="0"/>
            </a:spcBef>
            <a:spcAft>
              <a:spcPct val="20000"/>
            </a:spcAft>
            <a:buChar char="••"/>
          </a:pPr>
          <a:r>
            <a:rPr lang="zh-CN" sz="2300" kern="1200" smtClean="0"/>
            <a:t>选择测量线一个合适位置作为测量起始位置（终端短路状态时的波节点）</a:t>
          </a:r>
          <a:endParaRPr lang="zh-CN" sz="2300" kern="1200"/>
        </a:p>
      </dsp:txBody>
      <dsp:txXfrm>
        <a:off x="0" y="3139267"/>
        <a:ext cx="10328456" cy="8694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0A0885D6-5BA1-4A14-8477-74C69638C52A}" type="datetimeFigureOut">
              <a:rPr lang="zh-CN" altLang="en-US" smtClean="0"/>
              <a:t>2019/4/8</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4FDDC3D9-C348-412F-B515-7AB9D5CCFBA4}" type="slidenum">
              <a:rPr lang="zh-CN" altLang="en-US" smtClean="0"/>
              <a:t>‹#›</a:t>
            </a:fld>
            <a:endParaRPr lang="zh-CN" altLang="en-US"/>
          </a:p>
        </p:txBody>
      </p:sp>
    </p:spTree>
    <p:extLst>
      <p:ext uri="{BB962C8B-B14F-4D97-AF65-F5344CB8AC3E}">
        <p14:creationId xmlns:p14="http://schemas.microsoft.com/office/powerpoint/2010/main" val="4225904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a:t>
            </a:fld>
            <a:endParaRPr lang="zh-CN" altLang="en-US"/>
          </a:p>
        </p:txBody>
      </p:sp>
    </p:spTree>
    <p:extLst>
      <p:ext uri="{BB962C8B-B14F-4D97-AF65-F5344CB8AC3E}">
        <p14:creationId xmlns:p14="http://schemas.microsoft.com/office/powerpoint/2010/main" val="1740350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2</a:t>
            </a:fld>
            <a:endParaRPr lang="zh-CN" altLang="en-US"/>
          </a:p>
        </p:txBody>
      </p:sp>
    </p:spTree>
    <p:extLst>
      <p:ext uri="{BB962C8B-B14F-4D97-AF65-F5344CB8AC3E}">
        <p14:creationId xmlns:p14="http://schemas.microsoft.com/office/powerpoint/2010/main" val="2750649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3</a:t>
            </a:fld>
            <a:endParaRPr lang="zh-CN" altLang="en-US"/>
          </a:p>
        </p:txBody>
      </p:sp>
    </p:spTree>
    <p:extLst>
      <p:ext uri="{BB962C8B-B14F-4D97-AF65-F5344CB8AC3E}">
        <p14:creationId xmlns:p14="http://schemas.microsoft.com/office/powerpoint/2010/main" val="2990600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4</a:t>
            </a:fld>
            <a:endParaRPr lang="zh-CN" altLang="en-US"/>
          </a:p>
        </p:txBody>
      </p:sp>
    </p:spTree>
    <p:extLst>
      <p:ext uri="{BB962C8B-B14F-4D97-AF65-F5344CB8AC3E}">
        <p14:creationId xmlns:p14="http://schemas.microsoft.com/office/powerpoint/2010/main" val="1906460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5</a:t>
            </a:fld>
            <a:endParaRPr lang="zh-CN" altLang="en-US"/>
          </a:p>
        </p:txBody>
      </p:sp>
    </p:spTree>
    <p:extLst>
      <p:ext uri="{BB962C8B-B14F-4D97-AF65-F5344CB8AC3E}">
        <p14:creationId xmlns:p14="http://schemas.microsoft.com/office/powerpoint/2010/main" val="2252082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6</a:t>
            </a:fld>
            <a:endParaRPr lang="zh-CN" altLang="en-US"/>
          </a:p>
        </p:txBody>
      </p:sp>
    </p:spTree>
    <p:extLst>
      <p:ext uri="{BB962C8B-B14F-4D97-AF65-F5344CB8AC3E}">
        <p14:creationId xmlns:p14="http://schemas.microsoft.com/office/powerpoint/2010/main" val="3581097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7</a:t>
            </a:fld>
            <a:endParaRPr lang="zh-CN" altLang="en-US"/>
          </a:p>
        </p:txBody>
      </p:sp>
    </p:spTree>
    <p:extLst>
      <p:ext uri="{BB962C8B-B14F-4D97-AF65-F5344CB8AC3E}">
        <p14:creationId xmlns:p14="http://schemas.microsoft.com/office/powerpoint/2010/main" val="350259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8</a:t>
            </a:fld>
            <a:endParaRPr lang="zh-CN" altLang="en-US"/>
          </a:p>
        </p:txBody>
      </p:sp>
    </p:spTree>
    <p:extLst>
      <p:ext uri="{BB962C8B-B14F-4D97-AF65-F5344CB8AC3E}">
        <p14:creationId xmlns:p14="http://schemas.microsoft.com/office/powerpoint/2010/main" val="2471394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9</a:t>
            </a:fld>
            <a:endParaRPr lang="zh-CN" altLang="en-US"/>
          </a:p>
        </p:txBody>
      </p:sp>
    </p:spTree>
    <p:extLst>
      <p:ext uri="{BB962C8B-B14F-4D97-AF65-F5344CB8AC3E}">
        <p14:creationId xmlns:p14="http://schemas.microsoft.com/office/powerpoint/2010/main" val="1448527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10</a:t>
            </a:fld>
            <a:endParaRPr lang="zh-CN" altLang="en-US"/>
          </a:p>
        </p:txBody>
      </p:sp>
    </p:spTree>
    <p:extLst>
      <p:ext uri="{BB962C8B-B14F-4D97-AF65-F5344CB8AC3E}">
        <p14:creationId xmlns:p14="http://schemas.microsoft.com/office/powerpoint/2010/main" val="3018483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11</a:t>
            </a:fld>
            <a:endParaRPr lang="zh-CN" altLang="en-US"/>
          </a:p>
        </p:txBody>
      </p:sp>
    </p:spTree>
    <p:extLst>
      <p:ext uri="{BB962C8B-B14F-4D97-AF65-F5344CB8AC3E}">
        <p14:creationId xmlns:p14="http://schemas.microsoft.com/office/powerpoint/2010/main" val="1919076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12</a:t>
            </a:fld>
            <a:endParaRPr lang="zh-CN" altLang="en-US"/>
          </a:p>
        </p:txBody>
      </p:sp>
    </p:spTree>
    <p:extLst>
      <p:ext uri="{BB962C8B-B14F-4D97-AF65-F5344CB8AC3E}">
        <p14:creationId xmlns:p14="http://schemas.microsoft.com/office/powerpoint/2010/main" val="38353942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13</a:t>
            </a:fld>
            <a:endParaRPr lang="zh-CN" altLang="en-US"/>
          </a:p>
        </p:txBody>
      </p:sp>
    </p:spTree>
    <p:extLst>
      <p:ext uri="{BB962C8B-B14F-4D97-AF65-F5344CB8AC3E}">
        <p14:creationId xmlns:p14="http://schemas.microsoft.com/office/powerpoint/2010/main" val="3902998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14</a:t>
            </a:fld>
            <a:endParaRPr lang="zh-CN" altLang="en-US"/>
          </a:p>
        </p:txBody>
      </p:sp>
    </p:spTree>
    <p:extLst>
      <p:ext uri="{BB962C8B-B14F-4D97-AF65-F5344CB8AC3E}">
        <p14:creationId xmlns:p14="http://schemas.microsoft.com/office/powerpoint/2010/main" val="4103913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15</a:t>
            </a:fld>
            <a:endParaRPr lang="zh-CN" altLang="en-US"/>
          </a:p>
        </p:txBody>
      </p:sp>
    </p:spTree>
    <p:extLst>
      <p:ext uri="{BB962C8B-B14F-4D97-AF65-F5344CB8AC3E}">
        <p14:creationId xmlns:p14="http://schemas.microsoft.com/office/powerpoint/2010/main" val="3131279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16</a:t>
            </a:fld>
            <a:endParaRPr lang="zh-CN" altLang="en-US"/>
          </a:p>
        </p:txBody>
      </p:sp>
    </p:spTree>
    <p:extLst>
      <p:ext uri="{BB962C8B-B14F-4D97-AF65-F5344CB8AC3E}">
        <p14:creationId xmlns:p14="http://schemas.microsoft.com/office/powerpoint/2010/main" val="3932474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17</a:t>
            </a:fld>
            <a:endParaRPr lang="zh-CN" altLang="en-US"/>
          </a:p>
        </p:txBody>
      </p:sp>
    </p:spTree>
    <p:extLst>
      <p:ext uri="{BB962C8B-B14F-4D97-AF65-F5344CB8AC3E}">
        <p14:creationId xmlns:p14="http://schemas.microsoft.com/office/powerpoint/2010/main" val="3509667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18</a:t>
            </a:fld>
            <a:endParaRPr lang="zh-CN" altLang="en-US"/>
          </a:p>
        </p:txBody>
      </p:sp>
    </p:spTree>
    <p:extLst>
      <p:ext uri="{BB962C8B-B14F-4D97-AF65-F5344CB8AC3E}">
        <p14:creationId xmlns:p14="http://schemas.microsoft.com/office/powerpoint/2010/main" val="2052222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DDC3D9-C348-412F-B515-7AB9D5CCFBA4}" type="slidenum">
              <a:rPr lang="zh-CN" altLang="en-US" smtClean="0"/>
              <a:t>19</a:t>
            </a:fld>
            <a:endParaRPr lang="zh-CN" altLang="en-US"/>
          </a:p>
        </p:txBody>
      </p:sp>
    </p:spTree>
    <p:extLst>
      <p:ext uri="{BB962C8B-B14F-4D97-AF65-F5344CB8AC3E}">
        <p14:creationId xmlns:p14="http://schemas.microsoft.com/office/powerpoint/2010/main" val="3172922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zh-CN" altLang="en-US" smtClean="0"/>
              <a:t>单击以编辑母版副标题样式</a:t>
            </a:r>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56120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2241034E-C78F-406F-82B9-7BC484FE74F0}" type="datetime1">
              <a:rPr lang="zh-CN" altLang="en-US" smtClean="0"/>
              <a:t>2019/4/8</a:t>
            </a:fld>
            <a:endParaRPr lang="zh-CN" altLang="en-US"/>
          </a:p>
        </p:txBody>
      </p:sp>
      <p:sp>
        <p:nvSpPr>
          <p:cNvPr id="5" name="Footer Placeholder 4"/>
          <p:cNvSpPr>
            <a:spLocks noGrp="1"/>
          </p:cNvSpPr>
          <p:nvPr>
            <p:ph type="ftr" sz="quarter" idx="11"/>
          </p:nvPr>
        </p:nvSpPr>
        <p:spPr/>
        <p:txBody>
          <a:bodyPr/>
          <a:lstStyle/>
          <a:p>
            <a:r>
              <a:rPr lang="zh-CN" altLang="en-US" smtClean="0"/>
              <a:t>微波技术基础实验</a:t>
            </a:r>
            <a:endParaRPr lang="zh-CN" altLang="en-US"/>
          </a:p>
        </p:txBody>
      </p:sp>
      <p:sp>
        <p:nvSpPr>
          <p:cNvPr id="6" name="Slide Number Placeholder 5"/>
          <p:cNvSpPr>
            <a:spLocks noGrp="1"/>
          </p:cNvSpPr>
          <p:nvPr>
            <p:ph type="sldNum" sz="quarter" idx="12"/>
          </p:nvPr>
        </p:nvSpPr>
        <p:spPr/>
        <p:txBody>
          <a:body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158266859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008221" y="4716783"/>
            <a:ext cx="7772400" cy="1463040"/>
          </a:xfrm>
        </p:spPr>
        <p:txBody>
          <a:bodyPr anchor="ctr">
            <a:normAutofit/>
          </a:bodyPr>
          <a:lstStyle>
            <a:lvl1pPr algn="l">
              <a:defRPr sz="5000" b="0" spc="200" baseline="0"/>
            </a:lvl1p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501000" y="4716783"/>
            <a:ext cx="3200400" cy="1463040"/>
          </a:xfrm>
        </p:spPr>
        <p:txBody>
          <a:bodyPr lIns="91440" rIns="91440" anchor="ctr">
            <a:noAutofit/>
          </a:bodyPr>
          <a:lstStyle>
            <a:lvl1pPr marL="0" indent="0" algn="r">
              <a:lnSpc>
                <a:spcPct val="100000"/>
              </a:lnSpc>
              <a:spcBef>
                <a:spcPts val="0"/>
              </a:spcBef>
              <a:buNone/>
              <a:defRPr sz="5000" b="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smtClean="0"/>
              <a:t>编辑母版文本样式</a:t>
            </a:r>
          </a:p>
        </p:txBody>
      </p:sp>
      <p:cxnSp>
        <p:nvCxnSpPr>
          <p:cNvPr id="8" name="Straight Connector 7"/>
          <p:cNvCxnSpPr/>
          <p:nvPr/>
        </p:nvCxnSpPr>
        <p:spPr>
          <a:xfrm flipV="1">
            <a:off x="3863752" y="5085184"/>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497842"/>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632DF862-EF9C-4E32-A062-D8F4C32BF74B}" type="datetime1">
              <a:rPr lang="zh-CN" altLang="en-US" smtClean="0"/>
              <a:t>2019/4/8</a:t>
            </a:fld>
            <a:endParaRPr lang="zh-CN" altLang="en-US"/>
          </a:p>
        </p:txBody>
      </p:sp>
      <p:sp>
        <p:nvSpPr>
          <p:cNvPr id="6" name="Footer Placeholder 5"/>
          <p:cNvSpPr>
            <a:spLocks noGrp="1"/>
          </p:cNvSpPr>
          <p:nvPr>
            <p:ph type="ftr" sz="quarter" idx="11"/>
          </p:nvPr>
        </p:nvSpPr>
        <p:spPr/>
        <p:txBody>
          <a:bodyPr/>
          <a:lstStyle/>
          <a:p>
            <a:r>
              <a:rPr lang="zh-CN" altLang="en-US" smtClean="0"/>
              <a:t>微波技术基础实验</a:t>
            </a:r>
            <a:endParaRPr lang="zh-CN" altLang="en-US"/>
          </a:p>
        </p:txBody>
      </p:sp>
      <p:sp>
        <p:nvSpPr>
          <p:cNvPr id="7" name="Slide Number Placeholder 6"/>
          <p:cNvSpPr>
            <a:spLocks noGrp="1"/>
          </p:cNvSpPr>
          <p:nvPr>
            <p:ph type="sldNum" sz="quarter" idx="12"/>
          </p:nvPr>
        </p:nvSpPr>
        <p:spPr/>
        <p:txBody>
          <a:body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35638517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024128" y="2967788"/>
            <a:ext cx="4754880" cy="334157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zh-CN" altLang="en-US" smtClean="0"/>
              <a:t>编辑母版文本样式</a:t>
            </a:r>
          </a:p>
        </p:txBody>
      </p:sp>
      <p:sp>
        <p:nvSpPr>
          <p:cNvPr id="6" name="Content Placeholder 5"/>
          <p:cNvSpPr>
            <a:spLocks noGrp="1"/>
          </p:cNvSpPr>
          <p:nvPr>
            <p:ph sz="quarter" idx="4"/>
          </p:nvPr>
        </p:nvSpPr>
        <p:spPr>
          <a:xfrm>
            <a:off x="5990888" y="2967788"/>
            <a:ext cx="4754880" cy="334157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20CC9B2-632A-473E-8498-C4661F60D9B5}" type="datetime1">
              <a:rPr lang="zh-CN" altLang="en-US" smtClean="0"/>
              <a:t>2019/4/8</a:t>
            </a:fld>
            <a:endParaRPr lang="zh-CN" altLang="en-US"/>
          </a:p>
        </p:txBody>
      </p:sp>
      <p:sp>
        <p:nvSpPr>
          <p:cNvPr id="8" name="Footer Placeholder 7"/>
          <p:cNvSpPr>
            <a:spLocks noGrp="1"/>
          </p:cNvSpPr>
          <p:nvPr>
            <p:ph type="ftr" sz="quarter" idx="11"/>
          </p:nvPr>
        </p:nvSpPr>
        <p:spPr/>
        <p:txBody>
          <a:bodyPr/>
          <a:lstStyle/>
          <a:p>
            <a:r>
              <a:rPr lang="zh-CN" altLang="en-US" smtClean="0"/>
              <a:t>微波技术基础实验</a:t>
            </a:r>
            <a:endParaRPr lang="zh-CN" altLang="en-US"/>
          </a:p>
        </p:txBody>
      </p:sp>
      <p:sp>
        <p:nvSpPr>
          <p:cNvPr id="9" name="Slide Number Placeholder 8"/>
          <p:cNvSpPr>
            <a:spLocks noGrp="1"/>
          </p:cNvSpPr>
          <p:nvPr>
            <p:ph type="sldNum" sz="quarter" idx="12"/>
          </p:nvPr>
        </p:nvSpPr>
        <p:spPr/>
        <p:txBody>
          <a:body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290984747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2CBB69BC-A42F-4A84-9E3A-72C2888C6785}" type="datetime1">
              <a:rPr lang="zh-CN" altLang="en-US" smtClean="0"/>
              <a:t>2019/4/8</a:t>
            </a:fld>
            <a:endParaRPr lang="zh-CN" altLang="en-US"/>
          </a:p>
        </p:txBody>
      </p:sp>
      <p:sp>
        <p:nvSpPr>
          <p:cNvPr id="4" name="Footer Placeholder 3"/>
          <p:cNvSpPr>
            <a:spLocks noGrp="1"/>
          </p:cNvSpPr>
          <p:nvPr>
            <p:ph type="ftr" sz="quarter" idx="11"/>
          </p:nvPr>
        </p:nvSpPr>
        <p:spPr/>
        <p:txBody>
          <a:bodyPr/>
          <a:lstStyle/>
          <a:p>
            <a:r>
              <a:rPr lang="zh-CN" altLang="en-US" smtClean="0"/>
              <a:t>微波技术基础实验</a:t>
            </a:r>
            <a:endParaRPr lang="zh-CN" altLang="en-US"/>
          </a:p>
        </p:txBody>
      </p:sp>
      <p:sp>
        <p:nvSpPr>
          <p:cNvPr id="5" name="Slide Number Placeholder 4"/>
          <p:cNvSpPr>
            <a:spLocks noGrp="1"/>
          </p:cNvSpPr>
          <p:nvPr>
            <p:ph type="sldNum" sz="quarter" idx="12"/>
          </p:nvPr>
        </p:nvSpPr>
        <p:spPr/>
        <p:txBody>
          <a:body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38513606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0F8684-79BC-4F89-A245-61A1192075AA}" type="datetime1">
              <a:rPr lang="zh-CN" altLang="en-US" smtClean="0"/>
              <a:t>2019/4/8</a:t>
            </a:fld>
            <a:endParaRPr lang="zh-CN" altLang="en-US"/>
          </a:p>
        </p:txBody>
      </p:sp>
      <p:sp>
        <p:nvSpPr>
          <p:cNvPr id="3" name="Footer Placeholder 2"/>
          <p:cNvSpPr>
            <a:spLocks noGrp="1"/>
          </p:cNvSpPr>
          <p:nvPr>
            <p:ph type="ftr" sz="quarter" idx="11"/>
          </p:nvPr>
        </p:nvSpPr>
        <p:spPr/>
        <p:txBody>
          <a:bodyPr/>
          <a:lstStyle/>
          <a:p>
            <a:r>
              <a:rPr lang="zh-CN" altLang="en-US" smtClean="0"/>
              <a:t>微波技术基础实验</a:t>
            </a:r>
            <a:endParaRPr lang="zh-CN" altLang="en-US"/>
          </a:p>
        </p:txBody>
      </p:sp>
      <p:sp>
        <p:nvSpPr>
          <p:cNvPr id="4" name="Slide Number Placeholder 3"/>
          <p:cNvSpPr>
            <a:spLocks noGrp="1"/>
          </p:cNvSpPr>
          <p:nvPr>
            <p:ph type="sldNum" sz="quarter" idx="12"/>
          </p:nvPr>
        </p:nvSpPr>
        <p:spPr/>
        <p:txBody>
          <a:body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4071951978"/>
      </p:ext>
    </p:extLst>
  </p:cSld>
  <p:clrMapOvr>
    <a:masterClrMapping/>
  </p:clrMapOvr>
  <p:transition spd="slow">
    <p:push dir="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DEDEB6BC-0437-4743-86DD-77F291BCAC58}" type="datetime1">
              <a:rPr lang="zh-CN" altLang="en-US" smtClean="0"/>
              <a:t>2019/4/8</a:t>
            </a:fld>
            <a:endParaRPr lang="zh-CN" altLang="en-US"/>
          </a:p>
        </p:txBody>
      </p:sp>
      <p:sp>
        <p:nvSpPr>
          <p:cNvPr id="6" name="Footer Placeholder 5"/>
          <p:cNvSpPr>
            <a:spLocks noGrp="1"/>
          </p:cNvSpPr>
          <p:nvPr>
            <p:ph type="ftr" sz="quarter" idx="11"/>
          </p:nvPr>
        </p:nvSpPr>
        <p:spPr/>
        <p:txBody>
          <a:bodyPr/>
          <a:lstStyle/>
          <a:p>
            <a:r>
              <a:rPr lang="zh-CN" altLang="en-US" smtClean="0"/>
              <a:t>微波技术基础实验</a:t>
            </a:r>
            <a:endParaRPr lang="zh-CN" altLang="en-US"/>
          </a:p>
        </p:txBody>
      </p:sp>
      <p:sp>
        <p:nvSpPr>
          <p:cNvPr id="7" name="Slide Number Placeholder 6"/>
          <p:cNvSpPr>
            <a:spLocks noGrp="1"/>
          </p:cNvSpPr>
          <p:nvPr>
            <p:ph type="sldNum" sz="quarter" idx="12"/>
          </p:nvPr>
        </p:nvSpPr>
        <p:spPr/>
        <p:txBody>
          <a:body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374814019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84BC466-31FF-4FE4-B066-ABF3DE11AD06}" type="datetime1">
              <a:rPr lang="zh-CN" altLang="en-US" smtClean="0"/>
              <a:t>2019/4/8</a:t>
            </a:fld>
            <a:endParaRPr lang="zh-CN" altLang="en-US"/>
          </a:p>
        </p:txBody>
      </p:sp>
      <p:sp>
        <p:nvSpPr>
          <p:cNvPr id="6" name="Footer Placeholder 5"/>
          <p:cNvSpPr>
            <a:spLocks noGrp="1"/>
          </p:cNvSpPr>
          <p:nvPr>
            <p:ph type="ftr" sz="quarter" idx="11"/>
          </p:nvPr>
        </p:nvSpPr>
        <p:spPr/>
        <p:txBody>
          <a:bodyPr/>
          <a:lstStyle/>
          <a:p>
            <a:r>
              <a:rPr lang="zh-CN" altLang="en-US" smtClean="0"/>
              <a:t>微波技术基础实验</a:t>
            </a:r>
            <a:endParaRPr lang="zh-CN" altLang="en-US"/>
          </a:p>
        </p:txBody>
      </p:sp>
      <p:sp>
        <p:nvSpPr>
          <p:cNvPr id="7" name="Slide Number Placeholder 6"/>
          <p:cNvSpPr>
            <a:spLocks noGrp="1"/>
          </p:cNvSpPr>
          <p:nvPr>
            <p:ph type="sldNum" sz="quarter" idx="12"/>
          </p:nvPr>
        </p:nvSpPr>
        <p:spPr/>
        <p:txBody>
          <a:bodyPr/>
          <a:lstStyle/>
          <a:p>
            <a:fld id="{EF906490-237C-474C-BA2E-D98840BC1F8F}" type="slidenum">
              <a:rPr lang="zh-CN" altLang="en-US" smtClean="0"/>
              <a:t>‹#›</a:t>
            </a:fld>
            <a:endParaRPr lang="zh-CN" alt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84107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07EA991-0799-4B98-A12E-13878E8899C9}" type="datetime1">
              <a:rPr lang="zh-CN" altLang="en-US" smtClean="0"/>
              <a:t>2019/4/8</a:t>
            </a:fld>
            <a:endParaRPr lang="zh-CN" altLang="en-US"/>
          </a:p>
        </p:txBody>
      </p:sp>
      <p:sp>
        <p:nvSpPr>
          <p:cNvPr id="5" name="Footer Placeholder 4"/>
          <p:cNvSpPr>
            <a:spLocks noGrp="1"/>
          </p:cNvSpPr>
          <p:nvPr>
            <p:ph type="ftr" sz="quarter" idx="11"/>
          </p:nvPr>
        </p:nvSpPr>
        <p:spPr/>
        <p:txBody>
          <a:bodyPr/>
          <a:lstStyle/>
          <a:p>
            <a:r>
              <a:rPr lang="zh-CN" altLang="en-US" smtClean="0"/>
              <a:t>微波技术基础实验</a:t>
            </a:r>
            <a:endParaRPr lang="zh-CN" altLang="en-US"/>
          </a:p>
        </p:txBody>
      </p:sp>
      <p:sp>
        <p:nvSpPr>
          <p:cNvPr id="6" name="Slide Number Placeholder 5"/>
          <p:cNvSpPr>
            <a:spLocks noGrp="1"/>
          </p:cNvSpPr>
          <p:nvPr>
            <p:ph type="sldNum" sz="quarter" idx="12"/>
          </p:nvPr>
        </p:nvSpPr>
        <p:spPr/>
        <p:txBody>
          <a:body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215018818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74BD6013-F020-465A-8DE4-9EAA64CCC465}" type="datetime1">
              <a:rPr lang="zh-CN" altLang="en-US" smtClean="0"/>
              <a:t>2019/4/8</a:t>
            </a:fld>
            <a:endParaRPr lang="zh-CN" altLang="en-US"/>
          </a:p>
        </p:txBody>
      </p:sp>
      <p:sp>
        <p:nvSpPr>
          <p:cNvPr id="5" name="Footer Placeholder 4"/>
          <p:cNvSpPr>
            <a:spLocks noGrp="1"/>
          </p:cNvSpPr>
          <p:nvPr>
            <p:ph type="ftr" sz="quarter" idx="11"/>
          </p:nvPr>
        </p:nvSpPr>
        <p:spPr/>
        <p:txBody>
          <a:bodyPr/>
          <a:lstStyle/>
          <a:p>
            <a:r>
              <a:rPr lang="zh-CN" altLang="en-US" smtClean="0"/>
              <a:t>微波技术基础实验</a:t>
            </a:r>
            <a:endParaRPr lang="zh-CN" altLang="en-US"/>
          </a:p>
        </p:txBody>
      </p:sp>
      <p:sp>
        <p:nvSpPr>
          <p:cNvPr id="6" name="Slide Number Placeholder 5"/>
          <p:cNvSpPr>
            <a:spLocks noGrp="1"/>
          </p:cNvSpPr>
          <p:nvPr>
            <p:ph type="sldNum" sz="quarter" idx="12"/>
          </p:nvPr>
        </p:nvSpPr>
        <p:spPr/>
        <p:txBody>
          <a:bodyPr/>
          <a:lstStyle/>
          <a:p>
            <a:fld id="{EF906490-237C-474C-BA2E-D98840BC1F8F}" type="slidenum">
              <a:rPr lang="zh-CN" altLang="en-US" smtClean="0"/>
              <a:t>‹#›</a:t>
            </a:fld>
            <a:endParaRPr lang="zh-CN" alt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82023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7" y="585216"/>
            <a:ext cx="10328455" cy="1499616"/>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4682" y="2119137"/>
            <a:ext cx="10328456" cy="4023360"/>
          </a:xfrm>
          <a:prstGeom prst="rect">
            <a:avLst/>
          </a:prstGeom>
        </p:spPr>
        <p:txBody>
          <a:bodyPr vert="horz" lIns="45720" tIns="45720" rIns="4572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D748E7A-980C-47BD-98A0-E1E4A9E05124}" type="datetime1">
              <a:rPr lang="zh-CN" altLang="en-US" smtClean="0"/>
              <a:t>2019/4/8</a:t>
            </a:fld>
            <a:endParaRPr lang="zh-CN" alt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zh-CN" altLang="en-US" smtClean="0"/>
              <a:t>微波技术基础实验</a:t>
            </a:r>
            <a:endParaRPr lang="zh-CN" alt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F906490-237C-474C-BA2E-D98840BC1F8F}" type="slidenum">
              <a:rPr lang="zh-CN" altLang="en-US" smtClean="0"/>
              <a:t>‹#›</a:t>
            </a:fld>
            <a:endParaRPr lang="zh-CN" alt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424227"/>
      </p:ext>
    </p:extLst>
  </p:cSld>
  <p:clrMap bg1="lt1" tx1="dk1" bg2="lt2" tx2="dk2" accent1="accent1" accent2="accent2" accent3="accent3" accent4="accent4" accent5="accent5" accent6="accent6" hlink="hlink" folHlink="folHlink"/>
  <p:sldLayoutIdLst>
    <p:sldLayoutId id="2147483990" r:id="rId1"/>
    <p:sldLayoutId id="2147483991" r:id="rId2"/>
    <p:sldLayoutId id="2147483992" r:id="rId3"/>
    <p:sldLayoutId id="2147483993" r:id="rId4"/>
    <p:sldLayoutId id="2147483994" r:id="rId5"/>
    <p:sldLayoutId id="2147483995" r:id="rId6"/>
    <p:sldLayoutId id="2147483996" r:id="rId7"/>
    <p:sldLayoutId id="2147483997" r:id="rId8"/>
    <p:sldLayoutId id="2147483998" r:id="rId9"/>
    <p:sldLayoutId id="2147483999" r:id="rId10"/>
    <p:sldLayoutId id="2147484000" r:id="rId11"/>
  </p:sldLayoutIdLst>
  <p:transition spd="slow">
    <p:push dir="d"/>
  </p:transition>
  <p:timing>
    <p:tnLst>
      <p:par>
        <p:cTn id="1" dur="indefinite" restart="never" nodeType="tmRoot"/>
      </p:par>
    </p:tnLst>
  </p:timing>
  <p:hf hd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r>
              <a:rPr lang="zh-CN" altLang="en-US" dirty="0">
                <a:cs typeface="+mn-ea"/>
                <a:sym typeface="+mn-lt"/>
              </a:rPr>
              <a:t>驻波分布特性的</a:t>
            </a:r>
            <a:r>
              <a:rPr lang="zh-CN" altLang="en-US" dirty="0" smtClean="0">
                <a:cs typeface="+mn-ea"/>
                <a:sym typeface="+mn-lt"/>
              </a:rPr>
              <a:t>测量</a:t>
            </a:r>
            <a:endParaRPr lang="zh-CN" altLang="en-US" dirty="0">
              <a:latin typeface="+mn-lt"/>
              <a:ea typeface="+mn-ea"/>
              <a:cs typeface="+mn-ea"/>
              <a:sym typeface="+mn-lt"/>
            </a:endParaRPr>
          </a:p>
        </p:txBody>
      </p:sp>
      <p:sp>
        <p:nvSpPr>
          <p:cNvPr id="6" name="文本占位符 5"/>
          <p:cNvSpPr>
            <a:spLocks noGrp="1"/>
          </p:cNvSpPr>
          <p:nvPr>
            <p:ph type="body" idx="1"/>
          </p:nvPr>
        </p:nvSpPr>
        <p:spPr/>
        <p:txBody>
          <a:bodyPr>
            <a:normAutofit/>
          </a:bodyPr>
          <a:lstStyle/>
          <a:p>
            <a:pPr algn="r"/>
            <a:r>
              <a:rPr lang="zh-CN" altLang="en-US" dirty="0" smtClean="0">
                <a:cs typeface="+mn-ea"/>
                <a:sym typeface="+mn-lt"/>
              </a:rPr>
              <a:t>实验二</a:t>
            </a:r>
            <a:endParaRPr lang="zh-CN" altLang="en-US" dirty="0">
              <a:cs typeface="+mn-ea"/>
              <a:sym typeface="+mn-lt"/>
            </a:endParaRPr>
          </a:p>
        </p:txBody>
      </p:sp>
      <p:sp>
        <p:nvSpPr>
          <p:cNvPr id="12" name="灯片编号占位符 11"/>
          <p:cNvSpPr>
            <a:spLocks noGrp="1"/>
          </p:cNvSpPr>
          <p:nvPr>
            <p:ph type="sldNum" sz="quarter" idx="4294967295"/>
          </p:nvPr>
        </p:nvSpPr>
        <p:spPr>
          <a:xfrm>
            <a:off x="11218863" y="6470650"/>
            <a:ext cx="973137" cy="274638"/>
          </a:xfrm>
        </p:spPr>
        <p:txBody>
          <a:bodyPr/>
          <a:lstStyle/>
          <a:p>
            <a:fld id="{EF906490-237C-474C-BA2E-D98840BC1F8F}" type="slidenum">
              <a:rPr lang="zh-CN" altLang="en-US" smtClean="0"/>
              <a:t>1</a:t>
            </a:fld>
            <a:endParaRPr lang="zh-CN" altLang="en-US"/>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mn-lt"/>
                <a:ea typeface="+mn-ea"/>
                <a:cs typeface="+mn-ea"/>
                <a:sym typeface="+mn-lt"/>
              </a:rPr>
              <a:t>实验目的</a:t>
            </a:r>
            <a:endParaRPr lang="zh-CN" altLang="en-US" dirty="0">
              <a:latin typeface="+mn-lt"/>
              <a:ea typeface="+mn-ea"/>
              <a:cs typeface="+mn-ea"/>
              <a:sym typeface="+mn-lt"/>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1849469793"/>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日期占位符 3"/>
          <p:cNvSpPr>
            <a:spLocks noGrp="1"/>
          </p:cNvSpPr>
          <p:nvPr>
            <p:ph type="dt" sz="half" idx="10"/>
          </p:nvPr>
        </p:nvSpPr>
        <p:spPr/>
        <p:txBody>
          <a:bodyPr/>
          <a:lstStyle/>
          <a:p>
            <a:fld id="{74C9F1ED-3000-46D9-81C2-9945CF7D9539}" type="datetime1">
              <a:rPr lang="zh-CN" altLang="en-US" smtClean="0"/>
              <a:t>2019/4/8</a:t>
            </a:fld>
            <a:endParaRPr lang="zh-CN" altLang="en-US"/>
          </a:p>
        </p:txBody>
      </p:sp>
      <p:sp>
        <p:nvSpPr>
          <p:cNvPr id="5" name="页脚占位符 4"/>
          <p:cNvSpPr>
            <a:spLocks noGrp="1"/>
          </p:cNvSpPr>
          <p:nvPr>
            <p:ph type="ftr" sz="quarter" idx="11"/>
          </p:nvPr>
        </p:nvSpPr>
        <p:spPr/>
        <p:txBody>
          <a:bodyPr/>
          <a:lstStyle/>
          <a:p>
            <a:r>
              <a:rPr lang="zh-CN" altLang="en-US" smtClean="0"/>
              <a:t>微波技术基础实验</a:t>
            </a:r>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t>2</a:t>
            </a:fld>
            <a:endParaRPr lang="zh-CN" altLang="en-US"/>
          </a:p>
        </p:txBody>
      </p:sp>
    </p:spTree>
    <p:extLst>
      <p:ext uri="{BB962C8B-B14F-4D97-AF65-F5344CB8AC3E}">
        <p14:creationId xmlns:p14="http://schemas.microsoft.com/office/powerpoint/2010/main" val="1349925030"/>
      </p:ext>
    </p:extLst>
  </p:cSld>
  <p:clrMapOvr>
    <a:masterClrMapping/>
  </p:clrMapOvr>
  <p:transition spd="slow">
    <p:push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lt"/>
                <a:ea typeface="+mn-ea"/>
                <a:cs typeface="+mn-ea"/>
                <a:sym typeface="+mn-lt"/>
              </a:rPr>
              <a:t>测量</a:t>
            </a:r>
            <a:r>
              <a:rPr lang="zh-CN" altLang="en-US" dirty="0" smtClean="0">
                <a:latin typeface="+mn-lt"/>
                <a:ea typeface="+mn-ea"/>
                <a:cs typeface="+mn-ea"/>
                <a:sym typeface="+mn-lt"/>
              </a:rPr>
              <a:t>线探针</a:t>
            </a:r>
            <a:r>
              <a:rPr lang="zh-CN" altLang="en-US" dirty="0" smtClean="0">
                <a:latin typeface="+mn-lt"/>
                <a:ea typeface="+mn-ea"/>
                <a:cs typeface="+mn-ea"/>
                <a:sym typeface="+mn-lt"/>
              </a:rPr>
              <a:t>等效电路</a:t>
            </a:r>
            <a:endParaRPr lang="en-US" altLang="zh-CN" dirty="0">
              <a:latin typeface="+mn-lt"/>
              <a:ea typeface="+mn-ea"/>
              <a:cs typeface="+mn-ea"/>
              <a:sym typeface="+mn-lt"/>
            </a:endParaRPr>
          </a:p>
        </p:txBody>
      </p:sp>
      <p:sp>
        <p:nvSpPr>
          <p:cNvPr id="3" name="内容占位符 2"/>
          <p:cNvSpPr>
            <a:spLocks noGrp="1"/>
          </p:cNvSpPr>
          <p:nvPr>
            <p:ph idx="1"/>
          </p:nvPr>
        </p:nvSpPr>
        <p:spPr/>
        <p:txBody>
          <a:bodyPr>
            <a:normAutofit/>
          </a:bodyPr>
          <a:lstStyle/>
          <a:p>
            <a:r>
              <a:rPr lang="zh-CN" altLang="en-US" dirty="0" smtClean="0">
                <a:cs typeface="+mn-ea"/>
                <a:sym typeface="+mn-lt"/>
              </a:rPr>
              <a:t>探针的影响：</a:t>
            </a:r>
            <a:endParaRPr lang="zh-CN" altLang="en-US" dirty="0">
              <a:cs typeface="+mn-ea"/>
              <a:sym typeface="+mn-lt"/>
            </a:endParaRPr>
          </a:p>
          <a:p>
            <a:pPr lvl="1"/>
            <a:r>
              <a:rPr lang="zh-CN" altLang="en-US" dirty="0">
                <a:cs typeface="+mn-ea"/>
                <a:sym typeface="+mn-lt"/>
              </a:rPr>
              <a:t>探针伸入波导</a:t>
            </a:r>
            <a:r>
              <a:rPr lang="zh-CN" altLang="en-US" dirty="0" smtClean="0">
                <a:cs typeface="+mn-ea"/>
                <a:sym typeface="+mn-lt"/>
              </a:rPr>
              <a:t>内</a:t>
            </a:r>
            <a:r>
              <a:rPr lang="en-US" altLang="zh-CN" dirty="0" smtClean="0">
                <a:cs typeface="+mn-ea"/>
                <a:sym typeface="Wingdings" panose="05000000000000000000" pitchFamily="2" charset="2"/>
              </a:rPr>
              <a:t></a:t>
            </a:r>
            <a:r>
              <a:rPr lang="zh-CN" altLang="en-US" dirty="0" smtClean="0">
                <a:cs typeface="+mn-ea"/>
                <a:sym typeface="+mn-lt"/>
              </a:rPr>
              <a:t>引入</a:t>
            </a:r>
            <a:r>
              <a:rPr lang="zh-CN" altLang="en-US" dirty="0">
                <a:cs typeface="+mn-ea"/>
                <a:sym typeface="+mn-lt"/>
              </a:rPr>
              <a:t>不</a:t>
            </a:r>
            <a:r>
              <a:rPr lang="zh-CN" altLang="en-US" dirty="0" smtClean="0">
                <a:cs typeface="+mn-ea"/>
                <a:sym typeface="+mn-lt"/>
              </a:rPr>
              <a:t>均匀性</a:t>
            </a:r>
            <a:r>
              <a:rPr lang="en-US" altLang="zh-CN" dirty="0" smtClean="0">
                <a:cs typeface="+mn-ea"/>
                <a:sym typeface="Wingdings" panose="05000000000000000000" pitchFamily="2" charset="2"/>
              </a:rPr>
              <a:t></a:t>
            </a:r>
            <a:r>
              <a:rPr lang="zh-CN" altLang="en-US" dirty="0" smtClean="0">
                <a:cs typeface="+mn-ea"/>
                <a:sym typeface="+mn-lt"/>
              </a:rPr>
              <a:t>等效</a:t>
            </a:r>
            <a:r>
              <a:rPr lang="zh-CN" altLang="en-US" dirty="0">
                <a:cs typeface="+mn-ea"/>
                <a:sym typeface="+mn-lt"/>
              </a:rPr>
              <a:t>：</a:t>
            </a:r>
          </a:p>
          <a:p>
            <a:pPr marL="128016" lvl="1" indent="0">
              <a:buNone/>
            </a:pPr>
            <a:endParaRPr lang="en-US" altLang="zh-CN" dirty="0" smtClean="0">
              <a:cs typeface="+mn-ea"/>
              <a:sym typeface="+mn-lt"/>
            </a:endParaRPr>
          </a:p>
          <a:p>
            <a:pPr marL="310896" lvl="2" indent="0">
              <a:buNone/>
            </a:pPr>
            <a:r>
              <a:rPr lang="en-US" altLang="zh-CN" dirty="0" err="1" smtClean="0">
                <a:cs typeface="+mn-ea"/>
                <a:sym typeface="+mn-lt"/>
              </a:rPr>
              <a:t>gp</a:t>
            </a:r>
            <a:r>
              <a:rPr lang="zh-CN" altLang="en-US" dirty="0">
                <a:cs typeface="+mn-ea"/>
                <a:sym typeface="+mn-lt"/>
              </a:rPr>
              <a:t>反映探针吸取功率的大小</a:t>
            </a:r>
          </a:p>
          <a:p>
            <a:pPr marL="310896" lvl="2" indent="0">
              <a:buNone/>
            </a:pPr>
            <a:r>
              <a:rPr lang="en-US" altLang="zh-CN" dirty="0" err="1">
                <a:cs typeface="+mn-ea"/>
                <a:sym typeface="+mn-lt"/>
              </a:rPr>
              <a:t>bp</a:t>
            </a:r>
            <a:r>
              <a:rPr lang="zh-CN" altLang="en-US" dirty="0">
                <a:cs typeface="+mn-ea"/>
                <a:sym typeface="+mn-lt"/>
              </a:rPr>
              <a:t>反映探针在波导中产生反射的影响	</a:t>
            </a:r>
          </a:p>
          <a:p>
            <a:pPr marL="310896" lvl="2" indent="0">
              <a:buNone/>
            </a:pPr>
            <a:r>
              <a:rPr lang="zh-CN" altLang="en-US" dirty="0">
                <a:cs typeface="+mn-ea"/>
                <a:sym typeface="+mn-lt"/>
              </a:rPr>
              <a:t>端接任意负载时→</a:t>
            </a:r>
            <a:r>
              <a:rPr lang="en-US" altLang="zh-CN" dirty="0" err="1">
                <a:cs typeface="+mn-ea"/>
                <a:sym typeface="+mn-lt"/>
              </a:rPr>
              <a:t>gp</a:t>
            </a:r>
            <a:r>
              <a:rPr lang="zh-CN" altLang="en-US" dirty="0">
                <a:cs typeface="+mn-ea"/>
                <a:sym typeface="+mn-lt"/>
              </a:rPr>
              <a:t>分流，驻波波腹点电场强度比真实值小</a:t>
            </a:r>
            <a:r>
              <a:rPr lang="en-US" altLang="zh-CN" dirty="0">
                <a:cs typeface="+mn-ea"/>
                <a:sym typeface="+mn-lt"/>
              </a:rPr>
              <a:t>;</a:t>
            </a:r>
          </a:p>
          <a:p>
            <a:pPr marL="310896" lvl="2" indent="0">
              <a:buNone/>
            </a:pPr>
            <a:r>
              <a:rPr lang="en-US" altLang="zh-CN" dirty="0" err="1">
                <a:cs typeface="+mn-ea"/>
                <a:sym typeface="+mn-lt"/>
              </a:rPr>
              <a:t>bp</a:t>
            </a:r>
            <a:r>
              <a:rPr lang="zh-CN" altLang="en-US" dirty="0">
                <a:cs typeface="+mn-ea"/>
                <a:sym typeface="+mn-lt"/>
              </a:rPr>
              <a:t>会使驻波波腹点和波节点位置发生变化</a:t>
            </a:r>
            <a:r>
              <a:rPr lang="en-US" altLang="zh-CN" dirty="0">
                <a:cs typeface="+mn-ea"/>
                <a:sym typeface="+mn-lt"/>
              </a:rPr>
              <a:t>;</a:t>
            </a:r>
          </a:p>
          <a:p>
            <a:endParaRPr lang="zh-CN" altLang="en-US" dirty="0">
              <a:cs typeface="+mn-ea"/>
              <a:sym typeface="+mn-lt"/>
            </a:endParaRPr>
          </a:p>
        </p:txBody>
      </p:sp>
      <p:graphicFrame>
        <p:nvGraphicFramePr>
          <p:cNvPr id="4" name="Object 8"/>
          <p:cNvGraphicFramePr>
            <a:graphicFrameLocks noChangeAspect="1"/>
          </p:cNvGraphicFramePr>
          <p:nvPr>
            <p:extLst>
              <p:ext uri="{D42A27DB-BD31-4B8C-83A1-F6EECF244321}">
                <p14:modId xmlns:p14="http://schemas.microsoft.com/office/powerpoint/2010/main" val="1948000226"/>
              </p:ext>
            </p:extLst>
          </p:nvPr>
        </p:nvGraphicFramePr>
        <p:xfrm>
          <a:off x="5447928" y="2392963"/>
          <a:ext cx="2044167" cy="579689"/>
        </p:xfrm>
        <a:graphic>
          <a:graphicData uri="http://schemas.openxmlformats.org/presentationml/2006/ole">
            <mc:AlternateContent xmlns:mc="http://schemas.openxmlformats.org/markup-compatibility/2006">
              <mc:Choice xmlns:v="urn:schemas-microsoft-com:vml" Requires="v">
                <p:oleObj spid="_x0000_s3173" name="公式" r:id="rId4" imgW="850680" imgH="241200" progId="Equation.3">
                  <p:embed/>
                </p:oleObj>
              </mc:Choice>
              <mc:Fallback>
                <p:oleObj name="公式" r:id="rId4" imgW="85068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7928" y="2392963"/>
                        <a:ext cx="2044167" cy="579689"/>
                      </a:xfrm>
                      <a:prstGeom prst="rect">
                        <a:avLst/>
                      </a:prstGeom>
                      <a:noFill/>
                      <a:ln>
                        <a:noFill/>
                      </a:ln>
                      <a:effectLst/>
                      <a:extLst/>
                    </p:spPr>
                  </p:pic>
                </p:oleObj>
              </mc:Fallback>
            </mc:AlternateContent>
          </a:graphicData>
        </a:graphic>
      </p:graphicFrame>
      <p:sp>
        <p:nvSpPr>
          <p:cNvPr id="5" name="日期占位符 4"/>
          <p:cNvSpPr>
            <a:spLocks noGrp="1"/>
          </p:cNvSpPr>
          <p:nvPr>
            <p:ph type="dt" sz="half" idx="10"/>
          </p:nvPr>
        </p:nvSpPr>
        <p:spPr/>
        <p:txBody>
          <a:bodyPr/>
          <a:lstStyle/>
          <a:p>
            <a:fld id="{E4C640E7-D829-4352-834C-D2A4DE02EA15}" type="datetime1">
              <a:rPr lang="zh-CN" altLang="en-US" smtClean="0"/>
              <a:t>2019/4/8</a:t>
            </a:fld>
            <a:endParaRPr lang="zh-CN" altLang="en-US"/>
          </a:p>
        </p:txBody>
      </p:sp>
      <p:sp>
        <p:nvSpPr>
          <p:cNvPr id="6" name="页脚占位符 5"/>
          <p:cNvSpPr>
            <a:spLocks noGrp="1"/>
          </p:cNvSpPr>
          <p:nvPr>
            <p:ph type="ftr" sz="quarter" idx="11"/>
          </p:nvPr>
        </p:nvSpPr>
        <p:spPr/>
        <p:txBody>
          <a:bodyPr/>
          <a:lstStyle/>
          <a:p>
            <a:r>
              <a:rPr lang="zh-CN" altLang="en-US" smtClean="0"/>
              <a:t>微波技术基础实验</a:t>
            </a:r>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t>3</a:t>
            </a:fld>
            <a:endParaRPr lang="zh-CN" altLang="en-US"/>
          </a:p>
        </p:txBody>
      </p:sp>
    </p:spTree>
    <p:extLst>
      <p:ext uri="{BB962C8B-B14F-4D97-AF65-F5344CB8AC3E}">
        <p14:creationId xmlns:p14="http://schemas.microsoft.com/office/powerpoint/2010/main" val="2527753822"/>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p:txBody>
          <a:bodyPr>
            <a:normAutofit/>
          </a:bodyPr>
          <a:lstStyle/>
          <a:p>
            <a:r>
              <a:rPr lang="zh-CN" altLang="en-US" dirty="0" smtClean="0">
                <a:latin typeface="+mn-lt"/>
                <a:ea typeface="+mn-ea"/>
                <a:cs typeface="+mn-ea"/>
                <a:sym typeface="+mn-lt"/>
              </a:rPr>
              <a:t>测量线调整原理</a:t>
            </a:r>
            <a:endParaRPr lang="en-US" altLang="zh-CN" dirty="0">
              <a:latin typeface="+mn-lt"/>
              <a:ea typeface="+mn-ea"/>
              <a:cs typeface="+mn-ea"/>
              <a:sym typeface="+mn-lt"/>
            </a:endParaRPr>
          </a:p>
        </p:txBody>
      </p:sp>
      <p:graphicFrame>
        <p:nvGraphicFramePr>
          <p:cNvPr id="5" name="内容占位符 4"/>
          <p:cNvGraphicFramePr>
            <a:graphicFrameLocks noGrp="1"/>
          </p:cNvGraphicFramePr>
          <p:nvPr>
            <p:ph idx="1"/>
            <p:extLst>
              <p:ext uri="{D42A27DB-BD31-4B8C-83A1-F6EECF244321}">
                <p14:modId xmlns:p14="http://schemas.microsoft.com/office/powerpoint/2010/main" val="14463100"/>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日期占位符 1"/>
          <p:cNvSpPr>
            <a:spLocks noGrp="1"/>
          </p:cNvSpPr>
          <p:nvPr>
            <p:ph type="dt" sz="half" idx="10"/>
          </p:nvPr>
        </p:nvSpPr>
        <p:spPr/>
        <p:txBody>
          <a:bodyPr/>
          <a:lstStyle/>
          <a:p>
            <a:fld id="{D28E7322-9110-4FC6-8DF7-2A7E1F4F6368}" type="datetime1">
              <a:rPr lang="zh-CN" altLang="en-US" smtClean="0"/>
              <a:t>2019/4/8</a:t>
            </a:fld>
            <a:endParaRPr lang="zh-CN" altLang="en-US"/>
          </a:p>
        </p:txBody>
      </p:sp>
      <p:sp>
        <p:nvSpPr>
          <p:cNvPr id="3" name="页脚占位符 2"/>
          <p:cNvSpPr>
            <a:spLocks noGrp="1"/>
          </p:cNvSpPr>
          <p:nvPr>
            <p:ph type="ftr" sz="quarter" idx="11"/>
          </p:nvPr>
        </p:nvSpPr>
        <p:spPr/>
        <p:txBody>
          <a:bodyPr/>
          <a:lstStyle/>
          <a:p>
            <a:r>
              <a:rPr lang="zh-CN" altLang="en-US" smtClean="0"/>
              <a:t>微波技术基础实验</a:t>
            </a:r>
            <a:endParaRPr lang="zh-CN" altLang="en-US"/>
          </a:p>
        </p:txBody>
      </p:sp>
      <p:sp>
        <p:nvSpPr>
          <p:cNvPr id="4" name="灯片编号占位符 3"/>
          <p:cNvSpPr>
            <a:spLocks noGrp="1"/>
          </p:cNvSpPr>
          <p:nvPr>
            <p:ph type="sldNum" sz="quarter" idx="12"/>
          </p:nvPr>
        </p:nvSpPr>
        <p:spPr/>
        <p:txBody>
          <a:bodyPr/>
          <a:lstStyle/>
          <a:p>
            <a:fld id="{EF906490-237C-474C-BA2E-D98840BC1F8F}" type="slidenum">
              <a:rPr lang="zh-CN" altLang="en-US" smtClean="0"/>
              <a:t>4</a:t>
            </a:fld>
            <a:endParaRPr lang="zh-CN" altLang="en-US"/>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测量线调整方法</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3099269728"/>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日期占位符 3"/>
          <p:cNvSpPr>
            <a:spLocks noGrp="1"/>
          </p:cNvSpPr>
          <p:nvPr>
            <p:ph type="dt" sz="half" idx="10"/>
          </p:nvPr>
        </p:nvSpPr>
        <p:spPr/>
        <p:txBody>
          <a:bodyPr/>
          <a:lstStyle/>
          <a:p>
            <a:fld id="{EAF83F11-BCD9-401A-9850-4CD35189223C}" type="datetime1">
              <a:rPr lang="zh-CN" altLang="en-US" smtClean="0"/>
              <a:t>2019/4/8</a:t>
            </a:fld>
            <a:endParaRPr lang="zh-CN" altLang="en-US"/>
          </a:p>
        </p:txBody>
      </p:sp>
      <p:sp>
        <p:nvSpPr>
          <p:cNvPr id="5" name="页脚占位符 4"/>
          <p:cNvSpPr>
            <a:spLocks noGrp="1"/>
          </p:cNvSpPr>
          <p:nvPr>
            <p:ph type="ftr" sz="quarter" idx="11"/>
          </p:nvPr>
        </p:nvSpPr>
        <p:spPr/>
        <p:txBody>
          <a:bodyPr/>
          <a:lstStyle/>
          <a:p>
            <a:r>
              <a:rPr lang="zh-CN" altLang="en-US" smtClean="0"/>
              <a:t>微波技术基础实验</a:t>
            </a:r>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t>5</a:t>
            </a:fld>
            <a:endParaRPr lang="zh-CN" altLang="en-US"/>
          </a:p>
        </p:txBody>
      </p:sp>
    </p:spTree>
    <p:extLst>
      <p:ext uri="{BB962C8B-B14F-4D97-AF65-F5344CB8AC3E}">
        <p14:creationId xmlns:p14="http://schemas.microsoft.com/office/powerpoint/2010/main" val="2506514897"/>
      </p:ext>
    </p:extLst>
  </p:cSld>
  <p:clrMapOvr>
    <a:masterClrMapping/>
  </p:clrMapOvr>
  <p:transition spd="slow">
    <p:push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驻波分布终端阻抗</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4078312755"/>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日期占位符 3"/>
          <p:cNvSpPr>
            <a:spLocks noGrp="1"/>
          </p:cNvSpPr>
          <p:nvPr>
            <p:ph type="dt" sz="half" idx="10"/>
          </p:nvPr>
        </p:nvSpPr>
        <p:spPr/>
        <p:txBody>
          <a:bodyPr/>
          <a:lstStyle/>
          <a:p>
            <a:fld id="{9341C82D-312A-4D3B-8A0A-F0E887C4625B}" type="datetime1">
              <a:rPr lang="zh-CN" altLang="en-US" smtClean="0"/>
              <a:t>2019/4/8</a:t>
            </a:fld>
            <a:endParaRPr lang="zh-CN" altLang="en-US"/>
          </a:p>
        </p:txBody>
      </p:sp>
      <p:sp>
        <p:nvSpPr>
          <p:cNvPr id="5" name="页脚占位符 4"/>
          <p:cNvSpPr>
            <a:spLocks noGrp="1"/>
          </p:cNvSpPr>
          <p:nvPr>
            <p:ph type="ftr" sz="quarter" idx="11"/>
          </p:nvPr>
        </p:nvSpPr>
        <p:spPr/>
        <p:txBody>
          <a:bodyPr/>
          <a:lstStyle/>
          <a:p>
            <a:r>
              <a:rPr lang="zh-CN" altLang="en-US" smtClean="0"/>
              <a:t>微波技术基础实验</a:t>
            </a:r>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t>6</a:t>
            </a:fld>
            <a:endParaRPr lang="zh-CN" altLang="en-US"/>
          </a:p>
        </p:txBody>
      </p:sp>
    </p:spTree>
    <p:extLst>
      <p:ext uri="{BB962C8B-B14F-4D97-AF65-F5344CB8AC3E}">
        <p14:creationId xmlns:p14="http://schemas.microsoft.com/office/powerpoint/2010/main" val="3695240710"/>
      </p:ext>
    </p:extLst>
  </p:cSld>
  <p:clrMapOvr>
    <a:masterClrMapping/>
  </p:clrMapOvr>
  <p:transition spd="slow">
    <p:push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短路活塞确定等效开路面的方法</a:t>
            </a:r>
          </a:p>
        </p:txBody>
      </p:sp>
      <p:sp>
        <p:nvSpPr>
          <p:cNvPr id="3" name="内容占位符 2"/>
          <p:cNvSpPr>
            <a:spLocks noGrp="1"/>
          </p:cNvSpPr>
          <p:nvPr>
            <p:ph idx="1"/>
          </p:nvPr>
        </p:nvSpPr>
        <p:spPr/>
        <p:txBody>
          <a:bodyPr/>
          <a:lstStyle/>
          <a:p>
            <a:r>
              <a:rPr lang="zh-CN" altLang="en-US" dirty="0">
                <a:cs typeface="+mn-ea"/>
                <a:sym typeface="+mn-lt"/>
              </a:rPr>
              <a:t>保证短路活塞法测量膜片电纳准确的关键是要准确调节短路活塞的位置使它离测量线终端的距离为</a:t>
            </a:r>
            <a:r>
              <a:rPr lang="en-US" altLang="zh-CN" dirty="0">
                <a:cs typeface="+mn-ea"/>
                <a:sym typeface="+mn-lt"/>
              </a:rPr>
              <a:t>(2n+1)</a:t>
            </a:r>
            <a:r>
              <a:rPr lang="en-US" altLang="zh-CN" dirty="0" err="1">
                <a:cs typeface="+mn-ea"/>
                <a:sym typeface="+mn-lt"/>
              </a:rPr>
              <a:t>λg</a:t>
            </a:r>
            <a:r>
              <a:rPr lang="en-US" altLang="zh-CN" dirty="0">
                <a:cs typeface="+mn-ea"/>
                <a:sym typeface="+mn-lt"/>
              </a:rPr>
              <a:t>/4(</a:t>
            </a:r>
            <a:r>
              <a:rPr lang="zh-CN" altLang="en-US" dirty="0">
                <a:cs typeface="+mn-ea"/>
                <a:sym typeface="+mn-lt"/>
              </a:rPr>
              <a:t>即等效开路面</a:t>
            </a:r>
            <a:r>
              <a:rPr lang="en-US" altLang="zh-CN" dirty="0">
                <a:cs typeface="+mn-ea"/>
                <a:sym typeface="+mn-lt"/>
              </a:rPr>
              <a:t>)</a:t>
            </a:r>
            <a:r>
              <a:rPr lang="zh-CN" altLang="en-US" dirty="0">
                <a:cs typeface="+mn-ea"/>
                <a:sym typeface="+mn-lt"/>
              </a:rPr>
              <a:t>，其方法是：首先移动测量线探针到</a:t>
            </a:r>
            <a:r>
              <a:rPr lang="en-US" altLang="zh-CN" dirty="0" err="1">
                <a:cs typeface="+mn-ea"/>
                <a:sym typeface="+mn-lt"/>
              </a:rPr>
              <a:t>dT</a:t>
            </a:r>
            <a:r>
              <a:rPr lang="zh-CN" altLang="en-US" dirty="0">
                <a:cs typeface="+mn-ea"/>
                <a:sym typeface="+mn-lt"/>
              </a:rPr>
              <a:t>处，保持其位置不变。测量线终端接上可调短路器，旋动短路活塞，使测量放大器电表指示变至最大，即使得可调短路器成为开路器件 。用交叉读数法来确定等效开路面的位置。</a:t>
            </a:r>
          </a:p>
          <a:p>
            <a:endParaRPr lang="zh-CN" altLang="en-US" dirty="0">
              <a:cs typeface="+mn-ea"/>
              <a:sym typeface="+mn-lt"/>
            </a:endParaRPr>
          </a:p>
        </p:txBody>
      </p:sp>
      <p:pic>
        <p:nvPicPr>
          <p:cNvPr id="4" name="Picture 4" descr="exp3-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36206" y="4350214"/>
            <a:ext cx="43195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占位符 4"/>
          <p:cNvSpPr>
            <a:spLocks noGrp="1"/>
          </p:cNvSpPr>
          <p:nvPr>
            <p:ph type="dt" sz="half" idx="10"/>
          </p:nvPr>
        </p:nvSpPr>
        <p:spPr/>
        <p:txBody>
          <a:bodyPr/>
          <a:lstStyle/>
          <a:p>
            <a:fld id="{E7737C44-0771-490E-9998-A924068E1253}" type="datetime1">
              <a:rPr lang="zh-CN" altLang="en-US" smtClean="0"/>
              <a:t>2019/4/8</a:t>
            </a:fld>
            <a:endParaRPr lang="zh-CN" altLang="en-US"/>
          </a:p>
        </p:txBody>
      </p:sp>
      <p:sp>
        <p:nvSpPr>
          <p:cNvPr id="6" name="页脚占位符 5"/>
          <p:cNvSpPr>
            <a:spLocks noGrp="1"/>
          </p:cNvSpPr>
          <p:nvPr>
            <p:ph type="ftr" sz="quarter" idx="11"/>
          </p:nvPr>
        </p:nvSpPr>
        <p:spPr/>
        <p:txBody>
          <a:bodyPr/>
          <a:lstStyle/>
          <a:p>
            <a:r>
              <a:rPr lang="zh-CN" altLang="en-US" smtClean="0"/>
              <a:t>微波技术基础实验</a:t>
            </a:r>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t>7</a:t>
            </a:fld>
            <a:endParaRPr lang="zh-CN" altLang="en-US"/>
          </a:p>
        </p:txBody>
      </p:sp>
    </p:spTree>
    <p:extLst>
      <p:ext uri="{BB962C8B-B14F-4D97-AF65-F5344CB8AC3E}">
        <p14:creationId xmlns:p14="http://schemas.microsoft.com/office/powerpoint/2010/main" val="2678273628"/>
      </p:ext>
    </p:extLst>
  </p:cSld>
  <p:clrMapOvr>
    <a:masterClrMapping/>
  </p:clrMapOvr>
  <p:transition spd="slow">
    <p:push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驻波分布测量方法</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1165784761"/>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日期占位符 3"/>
          <p:cNvSpPr>
            <a:spLocks noGrp="1"/>
          </p:cNvSpPr>
          <p:nvPr>
            <p:ph type="dt" sz="half" idx="10"/>
          </p:nvPr>
        </p:nvSpPr>
        <p:spPr/>
        <p:txBody>
          <a:bodyPr/>
          <a:lstStyle/>
          <a:p>
            <a:fld id="{7AC9060B-4283-418A-8C2B-14B0004F74A8}" type="datetime1">
              <a:rPr lang="zh-CN" altLang="en-US" smtClean="0"/>
              <a:t>2019/4/8</a:t>
            </a:fld>
            <a:endParaRPr lang="zh-CN" altLang="en-US"/>
          </a:p>
        </p:txBody>
      </p:sp>
      <p:sp>
        <p:nvSpPr>
          <p:cNvPr id="5" name="页脚占位符 4"/>
          <p:cNvSpPr>
            <a:spLocks noGrp="1"/>
          </p:cNvSpPr>
          <p:nvPr>
            <p:ph type="ftr" sz="quarter" idx="11"/>
          </p:nvPr>
        </p:nvSpPr>
        <p:spPr/>
        <p:txBody>
          <a:bodyPr/>
          <a:lstStyle/>
          <a:p>
            <a:r>
              <a:rPr lang="zh-CN" altLang="en-US" smtClean="0"/>
              <a:t>微波技术基础实验</a:t>
            </a:r>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t>8</a:t>
            </a:fld>
            <a:endParaRPr lang="zh-CN" altLang="en-US"/>
          </a:p>
        </p:txBody>
      </p:sp>
    </p:spTree>
    <p:extLst>
      <p:ext uri="{BB962C8B-B14F-4D97-AF65-F5344CB8AC3E}">
        <p14:creationId xmlns:p14="http://schemas.microsoft.com/office/powerpoint/2010/main" val="3025820355"/>
      </p:ext>
    </p:extLst>
  </p:cSld>
  <p:clrMapOvr>
    <a:masterClrMapping/>
  </p:clrMapOvr>
  <p:transition spd="slow">
    <p:push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latin typeface="+mn-lt"/>
                <a:ea typeface="+mn-ea"/>
                <a:cs typeface="+mn-ea"/>
                <a:sym typeface="+mn-lt"/>
              </a:rPr>
              <a:t>驻波比测量原理</a:t>
            </a:r>
            <a:endParaRPr lang="zh-CN" altLang="en-US" dirty="0">
              <a:latin typeface="+mn-lt"/>
              <a:ea typeface="+mn-ea"/>
              <a:cs typeface="+mn-ea"/>
              <a:sym typeface="+mn-lt"/>
            </a:endParaRPr>
          </a:p>
        </p:txBody>
      </p:sp>
      <p:sp>
        <p:nvSpPr>
          <p:cNvPr id="3" name="内容占位符 2"/>
          <p:cNvSpPr>
            <a:spLocks noGrp="1"/>
          </p:cNvSpPr>
          <p:nvPr>
            <p:ph idx="1"/>
          </p:nvPr>
        </p:nvSpPr>
        <p:spPr/>
        <p:txBody>
          <a:bodyPr/>
          <a:lstStyle/>
          <a:p>
            <a:pPr lvl="1"/>
            <a:r>
              <a:rPr lang="zh-CN" altLang="en-US" dirty="0" smtClean="0">
                <a:cs typeface="+mn-ea"/>
                <a:sym typeface="+mn-lt"/>
              </a:rPr>
              <a:t>驻波比</a:t>
            </a:r>
            <a:r>
              <a:rPr lang="zh-CN" altLang="en-US" dirty="0">
                <a:cs typeface="+mn-ea"/>
                <a:sym typeface="+mn-lt"/>
              </a:rPr>
              <a:t>（</a:t>
            </a:r>
            <a:r>
              <a:rPr lang="en-US" altLang="zh-CN" dirty="0" err="1">
                <a:cs typeface="+mn-ea"/>
                <a:sym typeface="+mn-lt"/>
              </a:rPr>
              <a:t>ρ,s</a:t>
            </a:r>
            <a:r>
              <a:rPr lang="en-US" altLang="zh-CN" dirty="0">
                <a:cs typeface="+mn-ea"/>
                <a:sym typeface="+mn-lt"/>
              </a:rPr>
              <a:t>)</a:t>
            </a:r>
            <a:r>
              <a:rPr lang="zh-CN" altLang="en-US" dirty="0">
                <a:cs typeface="+mn-ea"/>
                <a:sym typeface="+mn-lt"/>
              </a:rPr>
              <a:t>：描述驻波分布状态的重要参数</a:t>
            </a:r>
          </a:p>
          <a:p>
            <a:pPr lvl="1"/>
            <a:r>
              <a:rPr lang="zh-CN" altLang="en-US" dirty="0">
                <a:cs typeface="+mn-ea"/>
                <a:sym typeface="+mn-lt"/>
              </a:rPr>
              <a:t>小信号工作，平方律检波条件下，实验中可由如下公式得到</a:t>
            </a:r>
            <a:r>
              <a:rPr lang="zh-CN" altLang="en-US" dirty="0" smtClean="0">
                <a:cs typeface="+mn-ea"/>
                <a:sym typeface="+mn-lt"/>
              </a:rPr>
              <a:t>驻波比</a:t>
            </a:r>
            <a:endParaRPr lang="en-US" altLang="zh-CN" dirty="0" smtClean="0">
              <a:cs typeface="+mn-ea"/>
              <a:sym typeface="+mn-lt"/>
            </a:endParaRPr>
          </a:p>
          <a:p>
            <a:pPr lvl="1"/>
            <a:endParaRPr lang="en-US" altLang="zh-CN" dirty="0">
              <a:cs typeface="+mn-ea"/>
              <a:sym typeface="+mn-lt"/>
            </a:endParaRPr>
          </a:p>
          <a:p>
            <a:pPr lvl="1"/>
            <a:endParaRPr lang="zh-CN" altLang="en-US" dirty="0">
              <a:cs typeface="+mn-ea"/>
              <a:sym typeface="+mn-lt"/>
            </a:endParaRPr>
          </a:p>
          <a:p>
            <a:pPr lvl="1"/>
            <a:endParaRPr lang="en-US" altLang="zh-CN" dirty="0" smtClean="0">
              <a:cs typeface="+mn-ea"/>
              <a:sym typeface="+mn-lt"/>
            </a:endParaRPr>
          </a:p>
          <a:p>
            <a:pPr lvl="1"/>
            <a:endParaRPr lang="en-US" altLang="zh-CN" dirty="0">
              <a:cs typeface="+mn-ea"/>
              <a:sym typeface="+mn-lt"/>
            </a:endParaRPr>
          </a:p>
          <a:p>
            <a:pPr lvl="1"/>
            <a:r>
              <a:rPr lang="en-US" altLang="zh-CN" dirty="0" smtClean="0">
                <a:cs typeface="+mn-ea"/>
                <a:sym typeface="+mn-lt"/>
              </a:rPr>
              <a:t>Imax</a:t>
            </a:r>
            <a:r>
              <a:rPr lang="zh-CN" altLang="en-US" dirty="0">
                <a:cs typeface="+mn-ea"/>
                <a:sym typeface="+mn-lt"/>
              </a:rPr>
              <a:t>和</a:t>
            </a:r>
            <a:r>
              <a:rPr lang="en-US" altLang="zh-CN" dirty="0" err="1">
                <a:cs typeface="+mn-ea"/>
                <a:sym typeface="+mn-lt"/>
              </a:rPr>
              <a:t>Imin</a:t>
            </a:r>
            <a:r>
              <a:rPr lang="zh-CN" altLang="en-US" dirty="0">
                <a:cs typeface="+mn-ea"/>
                <a:sym typeface="+mn-lt"/>
              </a:rPr>
              <a:t>分别是驻波波腹点和波节点的检波电流值</a:t>
            </a:r>
          </a:p>
          <a:p>
            <a:endParaRPr lang="zh-CN" altLang="en-US" dirty="0">
              <a:cs typeface="+mn-ea"/>
              <a:sym typeface="+mn-lt"/>
            </a:endParaRPr>
          </a:p>
        </p:txBody>
      </p:sp>
      <p:sp>
        <p:nvSpPr>
          <p:cNvPr id="5" name="日期占位符 4"/>
          <p:cNvSpPr>
            <a:spLocks noGrp="1"/>
          </p:cNvSpPr>
          <p:nvPr>
            <p:ph type="dt" sz="half" idx="10"/>
          </p:nvPr>
        </p:nvSpPr>
        <p:spPr/>
        <p:txBody>
          <a:bodyPr/>
          <a:lstStyle/>
          <a:p>
            <a:fld id="{79378C99-EDE9-41CA-BA0E-DF8EF859C943}" type="datetime1">
              <a:rPr lang="zh-CN" altLang="en-US" smtClean="0"/>
              <a:t>2019/4/8</a:t>
            </a:fld>
            <a:endParaRPr lang="zh-CN" altLang="en-US"/>
          </a:p>
        </p:txBody>
      </p:sp>
      <p:sp>
        <p:nvSpPr>
          <p:cNvPr id="6" name="页脚占位符 5"/>
          <p:cNvSpPr>
            <a:spLocks noGrp="1"/>
          </p:cNvSpPr>
          <p:nvPr>
            <p:ph type="ftr" sz="quarter" idx="11"/>
          </p:nvPr>
        </p:nvSpPr>
        <p:spPr/>
        <p:txBody>
          <a:bodyPr/>
          <a:lstStyle/>
          <a:p>
            <a:r>
              <a:rPr lang="zh-CN" altLang="en-US" smtClean="0"/>
              <a:t>微波技术基础实验</a:t>
            </a:r>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t>9</a:t>
            </a:fld>
            <a:endParaRPr lang="zh-CN" altLang="en-US"/>
          </a:p>
        </p:txBody>
      </p:sp>
      <p:graphicFrame>
        <p:nvGraphicFramePr>
          <p:cNvPr id="8" name="Object 4"/>
          <p:cNvGraphicFramePr>
            <a:graphicFrameLocks noChangeAspect="1"/>
          </p:cNvGraphicFramePr>
          <p:nvPr>
            <p:extLst>
              <p:ext uri="{D42A27DB-BD31-4B8C-83A1-F6EECF244321}">
                <p14:modId xmlns:p14="http://schemas.microsoft.com/office/powerpoint/2010/main" val="2942262079"/>
              </p:ext>
            </p:extLst>
          </p:nvPr>
        </p:nvGraphicFramePr>
        <p:xfrm>
          <a:off x="4411644" y="2708920"/>
          <a:ext cx="1776710" cy="1273868"/>
        </p:xfrm>
        <a:graphic>
          <a:graphicData uri="http://schemas.openxmlformats.org/presentationml/2006/ole">
            <mc:AlternateContent xmlns:mc="http://schemas.openxmlformats.org/markup-compatibility/2006">
              <mc:Choice xmlns:v="urn:schemas-microsoft-com:vml" Requires="v">
                <p:oleObj spid="_x0000_s4193" name="公式" r:id="rId4" imgW="672840" imgH="482400" progId="Equation.3">
                  <p:embed/>
                </p:oleObj>
              </mc:Choice>
              <mc:Fallback>
                <p:oleObj name="公式" r:id="rId4" imgW="672840" imgH="482400" progId="Equation.3">
                  <p:embed/>
                  <p:pic>
                    <p:nvPicPr>
                      <p:cNvPr id="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1644" y="2708920"/>
                        <a:ext cx="1776710" cy="127386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746599338"/>
      </p:ext>
    </p:extLst>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驻波比</a:t>
            </a:r>
            <a:r>
              <a:rPr lang="zh-CN" altLang="en-US" dirty="0" smtClean="0">
                <a:latin typeface="+mn-lt"/>
                <a:ea typeface="+mn-ea"/>
                <a:cs typeface="+mn-ea"/>
                <a:sym typeface="+mn-lt"/>
              </a:rPr>
              <a:t>测量方法</a:t>
            </a:r>
            <a:r>
              <a:rPr lang="en-US" altLang="zh-CN" dirty="0" smtClean="0">
                <a:latin typeface="+mn-lt"/>
                <a:ea typeface="+mn-ea"/>
                <a:cs typeface="+mn-ea"/>
                <a:sym typeface="+mn-lt"/>
              </a:rPr>
              <a:t>——</a:t>
            </a:r>
            <a:r>
              <a:rPr lang="zh-CN" altLang="en-US" dirty="0" smtClean="0">
                <a:latin typeface="+mn-lt"/>
                <a:ea typeface="+mn-ea"/>
                <a:cs typeface="+mn-ea"/>
                <a:sym typeface="+mn-lt"/>
              </a:rPr>
              <a:t>直接法</a:t>
            </a:r>
            <a:endParaRPr lang="zh-CN" altLang="en-US" dirty="0">
              <a:latin typeface="+mn-lt"/>
              <a:ea typeface="+mn-ea"/>
              <a:cs typeface="+mn-ea"/>
              <a:sym typeface="+mn-lt"/>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670066269"/>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日期占位符 3"/>
          <p:cNvSpPr>
            <a:spLocks noGrp="1"/>
          </p:cNvSpPr>
          <p:nvPr>
            <p:ph type="dt" sz="half" idx="10"/>
          </p:nvPr>
        </p:nvSpPr>
        <p:spPr/>
        <p:txBody>
          <a:bodyPr/>
          <a:lstStyle/>
          <a:p>
            <a:fld id="{0A4642F8-06A8-4B47-B8DD-7A56F748649C}" type="datetime1">
              <a:rPr lang="zh-CN" altLang="en-US" smtClean="0"/>
              <a:t>2019/4/8</a:t>
            </a:fld>
            <a:endParaRPr lang="zh-CN" altLang="en-US"/>
          </a:p>
        </p:txBody>
      </p:sp>
      <p:sp>
        <p:nvSpPr>
          <p:cNvPr id="5" name="页脚占位符 4"/>
          <p:cNvSpPr>
            <a:spLocks noGrp="1"/>
          </p:cNvSpPr>
          <p:nvPr>
            <p:ph type="ftr" sz="quarter" idx="11"/>
          </p:nvPr>
        </p:nvSpPr>
        <p:spPr/>
        <p:txBody>
          <a:bodyPr/>
          <a:lstStyle/>
          <a:p>
            <a:r>
              <a:rPr lang="zh-CN" altLang="en-US" smtClean="0"/>
              <a:t>微波技术基础实验</a:t>
            </a:r>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t>10</a:t>
            </a:fld>
            <a:endParaRPr lang="zh-CN" altLang="en-US"/>
          </a:p>
        </p:txBody>
      </p:sp>
    </p:spTree>
    <p:extLst>
      <p:ext uri="{BB962C8B-B14F-4D97-AF65-F5344CB8AC3E}">
        <p14:creationId xmlns:p14="http://schemas.microsoft.com/office/powerpoint/2010/main" val="3565023637"/>
      </p:ext>
    </p:extLst>
  </p:cSld>
  <p:clrMapOvr>
    <a:masterClrMapping/>
  </p:clrMapOvr>
  <p:transition spd="slow">
    <p:push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p:txBody>
          <a:bodyPr>
            <a:normAutofit/>
          </a:bodyPr>
          <a:lstStyle/>
          <a:p>
            <a:r>
              <a:rPr lang="zh-CN" altLang="en-US" dirty="0" smtClean="0">
                <a:latin typeface="+mn-lt"/>
                <a:ea typeface="+mn-ea"/>
                <a:cs typeface="+mn-ea"/>
                <a:sym typeface="+mn-lt"/>
              </a:rPr>
              <a:t>直接法测量步骤</a:t>
            </a:r>
            <a:endParaRPr lang="zh-CN" altLang="en-US" dirty="0">
              <a:latin typeface="+mn-lt"/>
              <a:ea typeface="+mn-ea"/>
              <a:cs typeface="+mn-ea"/>
              <a:sym typeface="+mn-lt"/>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2173863675"/>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日期占位符 2"/>
          <p:cNvSpPr>
            <a:spLocks noGrp="1"/>
          </p:cNvSpPr>
          <p:nvPr>
            <p:ph type="dt" sz="half" idx="10"/>
          </p:nvPr>
        </p:nvSpPr>
        <p:spPr/>
        <p:txBody>
          <a:bodyPr/>
          <a:lstStyle/>
          <a:p>
            <a:fld id="{3553C125-781C-486A-B177-0B1A15B27B86}" type="datetime1">
              <a:rPr lang="zh-CN" altLang="en-US" smtClean="0"/>
              <a:t>2019/4/8</a:t>
            </a:fld>
            <a:endParaRPr lang="zh-CN" altLang="en-US"/>
          </a:p>
        </p:txBody>
      </p:sp>
      <p:sp>
        <p:nvSpPr>
          <p:cNvPr id="4" name="页脚占位符 3"/>
          <p:cNvSpPr>
            <a:spLocks noGrp="1"/>
          </p:cNvSpPr>
          <p:nvPr>
            <p:ph type="ftr" sz="quarter" idx="11"/>
          </p:nvPr>
        </p:nvSpPr>
        <p:spPr/>
        <p:txBody>
          <a:bodyPr/>
          <a:lstStyle/>
          <a:p>
            <a:r>
              <a:rPr lang="zh-CN" altLang="en-US" smtClean="0"/>
              <a:t>微波技术基础实验</a:t>
            </a:r>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11</a:t>
            </a:fld>
            <a:endParaRPr lang="zh-CN" altLang="en-US"/>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p:txBody>
          <a:bodyPr>
            <a:normAutofit/>
          </a:bodyPr>
          <a:lstStyle/>
          <a:p>
            <a:pPr>
              <a:lnSpc>
                <a:spcPct val="120000"/>
              </a:lnSpc>
            </a:pPr>
            <a:r>
              <a:rPr lang="zh-CN" altLang="en-US" dirty="0" smtClean="0">
                <a:latin typeface="+mn-lt"/>
                <a:ea typeface="+mn-ea"/>
                <a:cs typeface="+mn-ea"/>
                <a:sym typeface="+mn-lt"/>
              </a:rPr>
              <a:t>测量系统框图</a:t>
            </a:r>
            <a:endParaRPr lang="zh-CN" altLang="en-US" dirty="0">
              <a:latin typeface="+mn-lt"/>
              <a:ea typeface="+mn-ea"/>
              <a:cs typeface="+mn-ea"/>
              <a:sym typeface="+mn-lt"/>
            </a:endParaRPr>
          </a:p>
        </p:txBody>
      </p:sp>
      <p:sp>
        <p:nvSpPr>
          <p:cNvPr id="2" name="内容占位符 1"/>
          <p:cNvSpPr>
            <a:spLocks noGrp="1"/>
          </p:cNvSpPr>
          <p:nvPr>
            <p:ph idx="1"/>
          </p:nvPr>
        </p:nvSpPr>
        <p:spPr/>
        <p:txBody>
          <a:bodyPr/>
          <a:lstStyle/>
          <a:p>
            <a:endParaRPr lang="zh-CN" altLang="en-US">
              <a:cs typeface="+mn-ea"/>
              <a:sym typeface="+mn-lt"/>
            </a:endParaRPr>
          </a:p>
        </p:txBody>
      </p:sp>
      <p:grpSp>
        <p:nvGrpSpPr>
          <p:cNvPr id="36" name="组合 35"/>
          <p:cNvGrpSpPr/>
          <p:nvPr/>
        </p:nvGrpSpPr>
        <p:grpSpPr>
          <a:xfrm>
            <a:off x="1271464" y="2525537"/>
            <a:ext cx="9937104" cy="2822887"/>
            <a:chOff x="1271464" y="2525537"/>
            <a:chExt cx="9937104" cy="2822887"/>
          </a:xfrm>
        </p:grpSpPr>
        <p:sp>
          <p:nvSpPr>
            <p:cNvPr id="4" name="图文框 3"/>
            <p:cNvSpPr/>
            <p:nvPr/>
          </p:nvSpPr>
          <p:spPr>
            <a:xfrm>
              <a:off x="1271464" y="3789040"/>
              <a:ext cx="1224136" cy="504056"/>
            </a:xfrm>
            <a:prstGeom prst="fram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信号源</a:t>
              </a:r>
              <a:endParaRPr lang="zh-CN" altLang="en-US" dirty="0">
                <a:solidFill>
                  <a:schemeClr val="tx1"/>
                </a:solidFill>
                <a:cs typeface="+mn-ea"/>
                <a:sym typeface="+mn-lt"/>
              </a:endParaRPr>
            </a:p>
          </p:txBody>
        </p:sp>
        <p:sp>
          <p:nvSpPr>
            <p:cNvPr id="12" name="图文框 11"/>
            <p:cNvSpPr/>
            <p:nvPr/>
          </p:nvSpPr>
          <p:spPr>
            <a:xfrm>
              <a:off x="2870200" y="3784600"/>
              <a:ext cx="1224136" cy="504056"/>
            </a:xfrm>
            <a:prstGeom prst="fram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隔离器</a:t>
              </a:r>
              <a:endParaRPr lang="zh-CN" altLang="en-US" dirty="0">
                <a:solidFill>
                  <a:schemeClr val="tx1"/>
                </a:solidFill>
                <a:cs typeface="+mn-ea"/>
                <a:sym typeface="+mn-lt"/>
              </a:endParaRPr>
            </a:p>
          </p:txBody>
        </p:sp>
        <p:sp>
          <p:nvSpPr>
            <p:cNvPr id="13" name="图文框 12"/>
            <p:cNvSpPr/>
            <p:nvPr/>
          </p:nvSpPr>
          <p:spPr>
            <a:xfrm>
              <a:off x="4470400" y="3784600"/>
              <a:ext cx="1224136" cy="504056"/>
            </a:xfrm>
            <a:prstGeom prst="fram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衰减器</a:t>
              </a:r>
              <a:endParaRPr lang="zh-CN" altLang="en-US" dirty="0">
                <a:solidFill>
                  <a:schemeClr val="tx1"/>
                </a:solidFill>
                <a:cs typeface="+mn-ea"/>
                <a:sym typeface="+mn-lt"/>
              </a:endParaRPr>
            </a:p>
          </p:txBody>
        </p:sp>
        <p:sp>
          <p:nvSpPr>
            <p:cNvPr id="14" name="图文框 13"/>
            <p:cNvSpPr/>
            <p:nvPr/>
          </p:nvSpPr>
          <p:spPr>
            <a:xfrm>
              <a:off x="6070600" y="3784600"/>
              <a:ext cx="1224136" cy="504056"/>
            </a:xfrm>
            <a:prstGeom prst="fram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频率计</a:t>
              </a:r>
              <a:endParaRPr lang="zh-CN" altLang="en-US" dirty="0">
                <a:solidFill>
                  <a:schemeClr val="tx1"/>
                </a:solidFill>
                <a:cs typeface="+mn-ea"/>
                <a:sym typeface="+mn-lt"/>
              </a:endParaRPr>
            </a:p>
          </p:txBody>
        </p:sp>
        <p:sp>
          <p:nvSpPr>
            <p:cNvPr id="15" name="图文框 14"/>
            <p:cNvSpPr/>
            <p:nvPr/>
          </p:nvSpPr>
          <p:spPr>
            <a:xfrm>
              <a:off x="7670800" y="3784600"/>
              <a:ext cx="1224136" cy="504056"/>
            </a:xfrm>
            <a:prstGeom prst="fram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测量线</a:t>
              </a:r>
              <a:endParaRPr lang="zh-CN" altLang="en-US" dirty="0">
                <a:solidFill>
                  <a:schemeClr val="tx1"/>
                </a:solidFill>
                <a:cs typeface="+mn-ea"/>
                <a:sym typeface="+mn-lt"/>
              </a:endParaRPr>
            </a:p>
          </p:txBody>
        </p:sp>
        <p:sp>
          <p:nvSpPr>
            <p:cNvPr id="16" name="图文框 15"/>
            <p:cNvSpPr/>
            <p:nvPr/>
          </p:nvSpPr>
          <p:spPr>
            <a:xfrm>
              <a:off x="9271000" y="3784600"/>
              <a:ext cx="1937568" cy="504056"/>
            </a:xfrm>
            <a:prstGeom prst="fram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晶体检波器</a:t>
              </a:r>
              <a:endParaRPr lang="zh-CN" altLang="en-US" dirty="0">
                <a:solidFill>
                  <a:schemeClr val="tx1"/>
                </a:solidFill>
                <a:cs typeface="+mn-ea"/>
                <a:sym typeface="+mn-lt"/>
              </a:endParaRPr>
            </a:p>
          </p:txBody>
        </p:sp>
        <p:sp>
          <p:nvSpPr>
            <p:cNvPr id="17" name="图文框 16"/>
            <p:cNvSpPr/>
            <p:nvPr/>
          </p:nvSpPr>
          <p:spPr>
            <a:xfrm>
              <a:off x="7534968" y="4844368"/>
              <a:ext cx="1548000" cy="504056"/>
            </a:xfrm>
            <a:prstGeom prst="fram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匹配负载</a:t>
              </a:r>
              <a:endParaRPr lang="zh-CN" altLang="en-US" dirty="0">
                <a:solidFill>
                  <a:schemeClr val="tx1"/>
                </a:solidFill>
                <a:cs typeface="+mn-ea"/>
                <a:sym typeface="+mn-lt"/>
              </a:endParaRPr>
            </a:p>
          </p:txBody>
        </p:sp>
        <p:sp>
          <p:nvSpPr>
            <p:cNvPr id="19" name="图文框 18"/>
            <p:cNvSpPr/>
            <p:nvPr/>
          </p:nvSpPr>
          <p:spPr>
            <a:xfrm>
              <a:off x="7346868" y="2525537"/>
              <a:ext cx="1872000" cy="504056"/>
            </a:xfrm>
            <a:prstGeom prst="frame">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cs typeface="+mn-ea"/>
                  <a:sym typeface="+mn-lt"/>
                </a:rPr>
                <a:t>选频放大器</a:t>
              </a:r>
              <a:endParaRPr lang="zh-CN" altLang="en-US" dirty="0">
                <a:solidFill>
                  <a:schemeClr val="tx1"/>
                </a:solidFill>
                <a:cs typeface="+mn-ea"/>
                <a:sym typeface="+mn-lt"/>
              </a:endParaRPr>
            </a:p>
          </p:txBody>
        </p:sp>
        <p:cxnSp>
          <p:nvCxnSpPr>
            <p:cNvPr id="6" name="直接连接符 5"/>
            <p:cNvCxnSpPr>
              <a:stCxn id="4" idx="3"/>
              <a:endCxn id="12" idx="1"/>
            </p:cNvCxnSpPr>
            <p:nvPr/>
          </p:nvCxnSpPr>
          <p:spPr>
            <a:xfrm flipV="1">
              <a:off x="2495600" y="4036628"/>
              <a:ext cx="374600" cy="4440"/>
            </a:xfrm>
            <a:prstGeom prst="line">
              <a:avLst/>
            </a:prstGeom>
            <a:ln w="50800">
              <a:solidFill>
                <a:srgbClr val="004098"/>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2" idx="3"/>
              <a:endCxn id="13" idx="1"/>
            </p:cNvCxnSpPr>
            <p:nvPr/>
          </p:nvCxnSpPr>
          <p:spPr>
            <a:xfrm>
              <a:off x="4094336" y="4036628"/>
              <a:ext cx="376064" cy="0"/>
            </a:xfrm>
            <a:prstGeom prst="line">
              <a:avLst/>
            </a:prstGeom>
            <a:ln w="50800">
              <a:solidFill>
                <a:srgbClr val="004098"/>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3" idx="3"/>
              <a:endCxn id="14" idx="1"/>
            </p:cNvCxnSpPr>
            <p:nvPr/>
          </p:nvCxnSpPr>
          <p:spPr>
            <a:xfrm>
              <a:off x="5694536" y="4036628"/>
              <a:ext cx="376064" cy="0"/>
            </a:xfrm>
            <a:prstGeom prst="line">
              <a:avLst/>
            </a:prstGeom>
            <a:ln w="50800">
              <a:solidFill>
                <a:srgbClr val="004098"/>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5" idx="1"/>
            </p:cNvCxnSpPr>
            <p:nvPr/>
          </p:nvCxnSpPr>
          <p:spPr>
            <a:xfrm>
              <a:off x="7294736" y="4036628"/>
              <a:ext cx="376064" cy="0"/>
            </a:xfrm>
            <a:prstGeom prst="line">
              <a:avLst/>
            </a:prstGeom>
            <a:ln w="50800">
              <a:solidFill>
                <a:srgbClr val="004098"/>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5" idx="3"/>
              <a:endCxn id="16" idx="1"/>
            </p:cNvCxnSpPr>
            <p:nvPr/>
          </p:nvCxnSpPr>
          <p:spPr>
            <a:xfrm>
              <a:off x="8894936" y="4036628"/>
              <a:ext cx="376064" cy="0"/>
            </a:xfrm>
            <a:prstGeom prst="line">
              <a:avLst/>
            </a:prstGeom>
            <a:ln w="50800">
              <a:solidFill>
                <a:srgbClr val="004098"/>
              </a:solidFill>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5" idx="0"/>
              <a:endCxn id="19" idx="2"/>
            </p:cNvCxnSpPr>
            <p:nvPr/>
          </p:nvCxnSpPr>
          <p:spPr>
            <a:xfrm flipV="1">
              <a:off x="8282868" y="3029593"/>
              <a:ext cx="0" cy="755007"/>
            </a:xfrm>
            <a:prstGeom prst="straightConnector1">
              <a:avLst/>
            </a:prstGeom>
            <a:ln w="50800">
              <a:solidFill>
                <a:srgbClr val="004098"/>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9696400" y="4844368"/>
              <a:ext cx="216024" cy="504056"/>
            </a:xfrm>
            <a:prstGeom prst="rect">
              <a:avLst/>
            </a:prstGeom>
            <a:pattFill prst="ltUpDiag">
              <a:fgClr>
                <a:srgbClr val="004098"/>
              </a:fgClr>
              <a:bgClr>
                <a:schemeClr val="bg1"/>
              </a:bgClr>
            </a:pattFill>
            <a:ln>
              <a:solidFill>
                <a:srgbClr val="00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文本框 33"/>
            <p:cNvSpPr txBox="1"/>
            <p:nvPr/>
          </p:nvSpPr>
          <p:spPr>
            <a:xfrm>
              <a:off x="9915436" y="4865563"/>
              <a:ext cx="877163" cy="369332"/>
            </a:xfrm>
            <a:prstGeom prst="rect">
              <a:avLst/>
            </a:prstGeom>
            <a:noFill/>
          </p:spPr>
          <p:txBody>
            <a:bodyPr wrap="none" rtlCol="0">
              <a:spAutoFit/>
            </a:bodyPr>
            <a:lstStyle/>
            <a:p>
              <a:r>
                <a:rPr lang="zh-CN" altLang="en-US" dirty="0" smtClean="0">
                  <a:cs typeface="+mn-ea"/>
                  <a:sym typeface="+mn-lt"/>
                </a:rPr>
                <a:t>短路板</a:t>
              </a:r>
              <a:endParaRPr lang="zh-CN" altLang="en-US" dirty="0">
                <a:cs typeface="+mn-ea"/>
                <a:sym typeface="+mn-lt"/>
              </a:endParaRPr>
            </a:p>
          </p:txBody>
        </p:sp>
      </p:grpSp>
      <p:sp>
        <p:nvSpPr>
          <p:cNvPr id="5" name="日期占位符 4"/>
          <p:cNvSpPr>
            <a:spLocks noGrp="1"/>
          </p:cNvSpPr>
          <p:nvPr>
            <p:ph type="dt" sz="half" idx="10"/>
          </p:nvPr>
        </p:nvSpPr>
        <p:spPr/>
        <p:txBody>
          <a:bodyPr/>
          <a:lstStyle/>
          <a:p>
            <a:fld id="{C3402831-861B-415E-B0C5-7F226428A09F}" type="datetime1">
              <a:rPr lang="zh-CN" altLang="en-US" smtClean="0"/>
              <a:t>2019/4/8</a:t>
            </a:fld>
            <a:endParaRPr lang="zh-CN" altLang="en-US"/>
          </a:p>
        </p:txBody>
      </p:sp>
      <p:sp>
        <p:nvSpPr>
          <p:cNvPr id="7" name="页脚占位符 6"/>
          <p:cNvSpPr>
            <a:spLocks noGrp="1"/>
          </p:cNvSpPr>
          <p:nvPr>
            <p:ph type="ftr" sz="quarter" idx="11"/>
          </p:nvPr>
        </p:nvSpPr>
        <p:spPr/>
        <p:txBody>
          <a:bodyPr/>
          <a:lstStyle/>
          <a:p>
            <a:r>
              <a:rPr lang="zh-CN" altLang="en-US" smtClean="0"/>
              <a:t>微波技术基础实验</a:t>
            </a:r>
            <a:endParaRPr lang="zh-CN" altLang="en-US"/>
          </a:p>
        </p:txBody>
      </p:sp>
      <p:sp>
        <p:nvSpPr>
          <p:cNvPr id="8" name="灯片编号占位符 7"/>
          <p:cNvSpPr>
            <a:spLocks noGrp="1"/>
          </p:cNvSpPr>
          <p:nvPr>
            <p:ph type="sldNum" sz="quarter" idx="12"/>
          </p:nvPr>
        </p:nvSpPr>
        <p:spPr/>
        <p:txBody>
          <a:bodyPr/>
          <a:lstStyle/>
          <a:p>
            <a:fld id="{EF906490-237C-474C-BA2E-D98840BC1F8F}" type="slidenum">
              <a:rPr lang="zh-CN" altLang="en-US" smtClean="0"/>
              <a:t>12</a:t>
            </a:fld>
            <a:endParaRPr lang="zh-CN" altLang="en-US"/>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p:txBody>
          <a:bodyPr>
            <a:normAutofit/>
          </a:bodyPr>
          <a:lstStyle/>
          <a:p>
            <a:r>
              <a:rPr lang="zh-CN" altLang="en-US" dirty="0" smtClean="0">
                <a:latin typeface="+mn-lt"/>
                <a:ea typeface="+mn-ea"/>
                <a:cs typeface="+mn-ea"/>
                <a:sym typeface="+mn-lt"/>
              </a:rPr>
              <a:t>测量要求</a:t>
            </a:r>
            <a:endParaRPr lang="zh-CN" altLang="en-US" dirty="0">
              <a:latin typeface="+mn-lt"/>
              <a:ea typeface="+mn-ea"/>
              <a:cs typeface="+mn-ea"/>
              <a:sym typeface="+mn-lt"/>
            </a:endParaRPr>
          </a:p>
        </p:txBody>
      </p:sp>
      <p:graphicFrame>
        <p:nvGraphicFramePr>
          <p:cNvPr id="5" name="内容占位符 4"/>
          <p:cNvGraphicFramePr>
            <a:graphicFrameLocks noGrp="1"/>
          </p:cNvGraphicFramePr>
          <p:nvPr>
            <p:ph idx="1"/>
            <p:extLst>
              <p:ext uri="{D42A27DB-BD31-4B8C-83A1-F6EECF244321}">
                <p14:modId xmlns:p14="http://schemas.microsoft.com/office/powerpoint/2010/main" val="890143644"/>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日期占位符 1"/>
          <p:cNvSpPr>
            <a:spLocks noGrp="1"/>
          </p:cNvSpPr>
          <p:nvPr>
            <p:ph type="dt" sz="half" idx="10"/>
          </p:nvPr>
        </p:nvSpPr>
        <p:spPr/>
        <p:txBody>
          <a:bodyPr/>
          <a:lstStyle/>
          <a:p>
            <a:fld id="{1843EAF4-0D35-4565-A5E2-14A009ABF659}" type="datetime1">
              <a:rPr lang="zh-CN" altLang="en-US" smtClean="0"/>
              <a:t>2019/4/8</a:t>
            </a:fld>
            <a:endParaRPr lang="zh-CN" altLang="en-US"/>
          </a:p>
        </p:txBody>
      </p:sp>
      <p:sp>
        <p:nvSpPr>
          <p:cNvPr id="3" name="页脚占位符 2"/>
          <p:cNvSpPr>
            <a:spLocks noGrp="1"/>
          </p:cNvSpPr>
          <p:nvPr>
            <p:ph type="ftr" sz="quarter" idx="11"/>
          </p:nvPr>
        </p:nvSpPr>
        <p:spPr/>
        <p:txBody>
          <a:bodyPr/>
          <a:lstStyle/>
          <a:p>
            <a:r>
              <a:rPr lang="zh-CN" altLang="en-US" smtClean="0"/>
              <a:t>微波技术基础实验</a:t>
            </a:r>
            <a:endParaRPr lang="zh-CN" altLang="en-US"/>
          </a:p>
        </p:txBody>
      </p:sp>
      <p:sp>
        <p:nvSpPr>
          <p:cNvPr id="4" name="灯片编号占位符 3"/>
          <p:cNvSpPr>
            <a:spLocks noGrp="1"/>
          </p:cNvSpPr>
          <p:nvPr>
            <p:ph type="sldNum" sz="quarter" idx="12"/>
          </p:nvPr>
        </p:nvSpPr>
        <p:spPr/>
        <p:txBody>
          <a:bodyPr/>
          <a:lstStyle/>
          <a:p>
            <a:fld id="{EF906490-237C-474C-BA2E-D98840BC1F8F}" type="slidenum">
              <a:rPr lang="zh-CN" altLang="en-US" smtClean="0"/>
              <a:t>13</a:t>
            </a:fld>
            <a:endParaRPr lang="zh-CN" altLang="en-US"/>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p:txBody>
          <a:bodyPr>
            <a:normAutofit/>
          </a:bodyPr>
          <a:lstStyle/>
          <a:p>
            <a:r>
              <a:rPr lang="zh-CN" altLang="en-US" dirty="0" smtClean="0">
                <a:latin typeface="+mn-lt"/>
                <a:ea typeface="+mn-ea"/>
                <a:cs typeface="+mn-ea"/>
                <a:sym typeface="+mn-lt"/>
              </a:rPr>
              <a:t>测量要求</a:t>
            </a:r>
            <a:endParaRPr lang="en-US" altLang="zh-CN" dirty="0">
              <a:latin typeface="+mn-lt"/>
              <a:ea typeface="+mn-ea"/>
              <a:cs typeface="+mn-ea"/>
              <a:sym typeface="+mn-lt"/>
            </a:endParaRPr>
          </a:p>
        </p:txBody>
      </p:sp>
      <p:graphicFrame>
        <p:nvGraphicFramePr>
          <p:cNvPr id="5" name="内容占位符 4"/>
          <p:cNvGraphicFramePr>
            <a:graphicFrameLocks noGrp="1"/>
          </p:cNvGraphicFramePr>
          <p:nvPr>
            <p:ph idx="1"/>
            <p:extLst>
              <p:ext uri="{D42A27DB-BD31-4B8C-83A1-F6EECF244321}">
                <p14:modId xmlns:p14="http://schemas.microsoft.com/office/powerpoint/2010/main" val="574916023"/>
              </p:ext>
            </p:extLst>
          </p:nvPr>
        </p:nvGraphicFramePr>
        <p:xfrm>
          <a:off x="1024682" y="2119137"/>
          <a:ext cx="10328456"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日期占位符 1"/>
          <p:cNvSpPr>
            <a:spLocks noGrp="1"/>
          </p:cNvSpPr>
          <p:nvPr>
            <p:ph type="dt" sz="half" idx="10"/>
          </p:nvPr>
        </p:nvSpPr>
        <p:spPr/>
        <p:txBody>
          <a:bodyPr/>
          <a:lstStyle/>
          <a:p>
            <a:fld id="{67F767A1-F603-4856-AED7-F860AE37DFC8}" type="datetime1">
              <a:rPr lang="zh-CN" altLang="en-US" smtClean="0"/>
              <a:t>2019/4/8</a:t>
            </a:fld>
            <a:endParaRPr lang="zh-CN" altLang="en-US"/>
          </a:p>
        </p:txBody>
      </p:sp>
      <p:sp>
        <p:nvSpPr>
          <p:cNvPr id="3" name="页脚占位符 2"/>
          <p:cNvSpPr>
            <a:spLocks noGrp="1"/>
          </p:cNvSpPr>
          <p:nvPr>
            <p:ph type="ftr" sz="quarter" idx="11"/>
          </p:nvPr>
        </p:nvSpPr>
        <p:spPr/>
        <p:txBody>
          <a:bodyPr/>
          <a:lstStyle/>
          <a:p>
            <a:r>
              <a:rPr lang="zh-CN" altLang="en-US" smtClean="0"/>
              <a:t>微波技术基础实验</a:t>
            </a:r>
            <a:endParaRPr lang="zh-CN" altLang="en-US"/>
          </a:p>
        </p:txBody>
      </p:sp>
      <p:sp>
        <p:nvSpPr>
          <p:cNvPr id="4" name="灯片编号占位符 3"/>
          <p:cNvSpPr>
            <a:spLocks noGrp="1"/>
          </p:cNvSpPr>
          <p:nvPr>
            <p:ph type="sldNum" sz="quarter" idx="12"/>
          </p:nvPr>
        </p:nvSpPr>
        <p:spPr/>
        <p:txBody>
          <a:bodyPr/>
          <a:lstStyle/>
          <a:p>
            <a:fld id="{EF906490-237C-474C-BA2E-D98840BC1F8F}" type="slidenum">
              <a:rPr lang="zh-CN" altLang="en-US" smtClean="0"/>
              <a:t>14</a:t>
            </a:fld>
            <a:endParaRPr lang="zh-CN" altLang="en-US"/>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p:txBody>
          <a:bodyPr>
            <a:normAutofit/>
          </a:bodyPr>
          <a:lstStyle/>
          <a:p>
            <a:r>
              <a:rPr lang="zh-CN" altLang="en-US" dirty="0" smtClean="0">
                <a:latin typeface="+mn-lt"/>
                <a:ea typeface="+mn-ea"/>
                <a:cs typeface="+mn-ea"/>
                <a:sym typeface="+mn-lt"/>
              </a:rPr>
              <a:t>驻波分布测量</a:t>
            </a:r>
            <a:r>
              <a:rPr lang="zh-CN" altLang="en-US" dirty="0" smtClean="0">
                <a:latin typeface="+mn-lt"/>
                <a:ea typeface="+mn-ea"/>
                <a:cs typeface="+mn-ea"/>
                <a:sym typeface="+mn-lt"/>
              </a:rPr>
              <a:t>要求</a:t>
            </a:r>
            <a:endParaRPr lang="en-US" altLang="zh-CN" dirty="0">
              <a:latin typeface="+mn-lt"/>
              <a:ea typeface="+mn-ea"/>
              <a:cs typeface="+mn-ea"/>
              <a:sym typeface="+mn-lt"/>
            </a:endParaRPr>
          </a:p>
        </p:txBody>
      </p:sp>
      <p:sp>
        <p:nvSpPr>
          <p:cNvPr id="14339" name="Rectangle 4"/>
          <p:cNvSpPr>
            <a:spLocks noGrp="1" noChangeArrowheads="1"/>
          </p:cNvSpPr>
          <p:nvPr>
            <p:ph idx="1"/>
          </p:nvPr>
        </p:nvSpPr>
        <p:spPr/>
        <p:txBody>
          <a:bodyPr>
            <a:normAutofit/>
          </a:bodyPr>
          <a:lstStyle/>
          <a:p>
            <a:r>
              <a:rPr lang="zh-CN" altLang="en-US" dirty="0" smtClean="0">
                <a:cs typeface="+mn-ea"/>
                <a:sym typeface="+mn-lt"/>
              </a:rPr>
              <a:t>测量数据量要求</a:t>
            </a:r>
            <a:endParaRPr lang="en-US" altLang="zh-CN" dirty="0" smtClean="0">
              <a:cs typeface="+mn-ea"/>
              <a:sym typeface="+mn-lt"/>
            </a:endParaRPr>
          </a:p>
          <a:p>
            <a:pPr lvl="1"/>
            <a:r>
              <a:rPr lang="zh-CN" altLang="en-US" dirty="0">
                <a:cs typeface="+mn-ea"/>
                <a:sym typeface="+mn-lt"/>
              </a:rPr>
              <a:t>短路、开路、</a:t>
            </a:r>
            <a:r>
              <a:rPr lang="zh-CN" altLang="en-US" dirty="0" smtClean="0">
                <a:cs typeface="+mn-ea"/>
                <a:sym typeface="+mn-lt"/>
              </a:rPr>
              <a:t>开口三种负载情况下，每种负载至少</a:t>
            </a:r>
            <a:r>
              <a:rPr lang="zh-CN" altLang="en-US" dirty="0">
                <a:cs typeface="+mn-ea"/>
                <a:sym typeface="+mn-lt"/>
              </a:rPr>
              <a:t>包括两个波节点</a:t>
            </a:r>
            <a:r>
              <a:rPr lang="en-US" altLang="zh-CN" dirty="0">
                <a:cs typeface="+mn-ea"/>
                <a:sym typeface="+mn-lt"/>
              </a:rPr>
              <a:t>,</a:t>
            </a:r>
            <a:r>
              <a:rPr lang="zh-CN" altLang="en-US" dirty="0">
                <a:cs typeface="+mn-ea"/>
                <a:sym typeface="+mn-lt"/>
              </a:rPr>
              <a:t>三个波腹点</a:t>
            </a:r>
            <a:r>
              <a:rPr lang="en-US" altLang="zh-CN" dirty="0">
                <a:cs typeface="+mn-ea"/>
                <a:sym typeface="+mn-lt"/>
              </a:rPr>
              <a:t>,</a:t>
            </a:r>
            <a:r>
              <a:rPr lang="zh-CN" altLang="en-US" dirty="0">
                <a:cs typeface="+mn-ea"/>
                <a:sym typeface="+mn-lt"/>
              </a:rPr>
              <a:t>且相邻波节和波腹点之间测量点不得少于</a:t>
            </a:r>
            <a:r>
              <a:rPr lang="en-US" altLang="zh-CN" dirty="0">
                <a:cs typeface="+mn-ea"/>
                <a:sym typeface="+mn-lt"/>
              </a:rPr>
              <a:t>4</a:t>
            </a:r>
            <a:r>
              <a:rPr lang="zh-CN" altLang="en-US" dirty="0">
                <a:cs typeface="+mn-ea"/>
                <a:sym typeface="+mn-lt"/>
              </a:rPr>
              <a:t>个</a:t>
            </a:r>
            <a:r>
              <a:rPr lang="en-US" altLang="zh-CN" dirty="0" smtClean="0">
                <a:cs typeface="+mn-ea"/>
                <a:sym typeface="+mn-lt"/>
              </a:rPr>
              <a:t>;</a:t>
            </a:r>
          </a:p>
          <a:p>
            <a:r>
              <a:rPr lang="zh-CN" altLang="en-US" dirty="0" smtClean="0">
                <a:cs typeface="+mn-ea"/>
                <a:sym typeface="+mn-lt"/>
              </a:rPr>
              <a:t>匹配</a:t>
            </a:r>
            <a:r>
              <a:rPr lang="zh-CN" altLang="en-US" dirty="0">
                <a:cs typeface="+mn-ea"/>
                <a:sym typeface="+mn-lt"/>
              </a:rPr>
              <a:t>负载：情况下根据实际观测量适当数据点</a:t>
            </a:r>
            <a:r>
              <a:rPr lang="en-US" altLang="zh-CN" dirty="0">
                <a:cs typeface="+mn-ea"/>
                <a:sym typeface="+mn-lt"/>
              </a:rPr>
              <a:t>;</a:t>
            </a:r>
          </a:p>
          <a:p>
            <a:endParaRPr lang="en-US" altLang="zh-CN" dirty="0" smtClean="0">
              <a:cs typeface="+mn-ea"/>
              <a:sym typeface="+mn-lt"/>
            </a:endParaRPr>
          </a:p>
          <a:p>
            <a:endParaRPr lang="en-US" altLang="zh-CN" dirty="0">
              <a:cs typeface="+mn-ea"/>
              <a:sym typeface="+mn-lt"/>
            </a:endParaRPr>
          </a:p>
          <a:p>
            <a:endParaRPr lang="en-US" altLang="zh-CN" dirty="0" smtClean="0">
              <a:cs typeface="+mn-ea"/>
              <a:sym typeface="+mn-lt"/>
            </a:endParaRPr>
          </a:p>
          <a:p>
            <a:endParaRPr lang="en-US" altLang="zh-CN" dirty="0">
              <a:cs typeface="+mn-ea"/>
              <a:sym typeface="+mn-lt"/>
            </a:endParaRPr>
          </a:p>
          <a:p>
            <a:endParaRPr lang="en-US" altLang="zh-CN" dirty="0" smtClean="0">
              <a:cs typeface="+mn-ea"/>
              <a:sym typeface="+mn-lt"/>
            </a:endParaRPr>
          </a:p>
        </p:txBody>
      </p:sp>
      <p:grpSp>
        <p:nvGrpSpPr>
          <p:cNvPr id="9" name="组合 8"/>
          <p:cNvGrpSpPr/>
          <p:nvPr/>
        </p:nvGrpSpPr>
        <p:grpSpPr>
          <a:xfrm>
            <a:off x="1661170" y="4008536"/>
            <a:ext cx="8509620" cy="1438276"/>
            <a:chOff x="1661170" y="4008536"/>
            <a:chExt cx="8509620" cy="1438276"/>
          </a:xfrm>
        </p:grpSpPr>
        <p:sp>
          <p:nvSpPr>
            <p:cNvPr id="4" name="任意多边形 3"/>
            <p:cNvSpPr/>
            <p:nvPr/>
          </p:nvSpPr>
          <p:spPr bwMode="auto">
            <a:xfrm>
              <a:off x="2135560" y="4363839"/>
              <a:ext cx="1060450" cy="1071563"/>
            </a:xfrm>
            <a:custGeom>
              <a:avLst/>
              <a:gdLst>
                <a:gd name="connsiteX0" fmla="*/ 0 w 1060315"/>
                <a:gd name="connsiteY0" fmla="*/ 1105710 h 1105710"/>
                <a:gd name="connsiteX1" fmla="*/ 515566 w 1060315"/>
                <a:gd name="connsiteY1" fmla="*/ 6485 h 1105710"/>
                <a:gd name="connsiteX2" fmla="*/ 1060315 w 1060315"/>
                <a:gd name="connsiteY2" fmla="*/ 1066800 h 1105710"/>
              </a:gdLst>
              <a:ahLst/>
              <a:cxnLst>
                <a:cxn ang="0">
                  <a:pos x="connsiteX0" y="connsiteY0"/>
                </a:cxn>
                <a:cxn ang="0">
                  <a:pos x="connsiteX1" y="connsiteY1"/>
                </a:cxn>
                <a:cxn ang="0">
                  <a:pos x="connsiteX2" y="connsiteY2"/>
                </a:cxn>
              </a:cxnLst>
              <a:rect l="l" t="t" r="r" b="b"/>
              <a:pathLst>
                <a:path w="1060315" h="1105710">
                  <a:moveTo>
                    <a:pt x="0" y="1105710"/>
                  </a:moveTo>
                  <a:cubicBezTo>
                    <a:pt x="169423" y="559340"/>
                    <a:pt x="338847" y="12970"/>
                    <a:pt x="515566" y="6485"/>
                  </a:cubicBezTo>
                  <a:cubicBezTo>
                    <a:pt x="692285" y="0"/>
                    <a:pt x="876300" y="533400"/>
                    <a:pt x="1060315" y="1066800"/>
                  </a:cubicBezTo>
                </a:path>
              </a:pathLst>
            </a:cu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a:cs typeface="+mn-ea"/>
                <a:sym typeface="+mn-lt"/>
              </a:endParaRPr>
            </a:p>
          </p:txBody>
        </p:sp>
        <p:sp>
          <p:nvSpPr>
            <p:cNvPr id="5" name="任意多边形 4"/>
            <p:cNvSpPr/>
            <p:nvPr/>
          </p:nvSpPr>
          <p:spPr bwMode="auto">
            <a:xfrm>
              <a:off x="3207122" y="4363839"/>
              <a:ext cx="1060450" cy="1071563"/>
            </a:xfrm>
            <a:custGeom>
              <a:avLst/>
              <a:gdLst>
                <a:gd name="connsiteX0" fmla="*/ 0 w 1060315"/>
                <a:gd name="connsiteY0" fmla="*/ 1105710 h 1105710"/>
                <a:gd name="connsiteX1" fmla="*/ 515566 w 1060315"/>
                <a:gd name="connsiteY1" fmla="*/ 6485 h 1105710"/>
                <a:gd name="connsiteX2" fmla="*/ 1060315 w 1060315"/>
                <a:gd name="connsiteY2" fmla="*/ 1066800 h 1105710"/>
              </a:gdLst>
              <a:ahLst/>
              <a:cxnLst>
                <a:cxn ang="0">
                  <a:pos x="connsiteX0" y="connsiteY0"/>
                </a:cxn>
                <a:cxn ang="0">
                  <a:pos x="connsiteX1" y="connsiteY1"/>
                </a:cxn>
                <a:cxn ang="0">
                  <a:pos x="connsiteX2" y="connsiteY2"/>
                </a:cxn>
              </a:cxnLst>
              <a:rect l="l" t="t" r="r" b="b"/>
              <a:pathLst>
                <a:path w="1060315" h="1105710">
                  <a:moveTo>
                    <a:pt x="0" y="1105710"/>
                  </a:moveTo>
                  <a:cubicBezTo>
                    <a:pt x="169423" y="559340"/>
                    <a:pt x="338847" y="12970"/>
                    <a:pt x="515566" y="6485"/>
                  </a:cubicBezTo>
                  <a:cubicBezTo>
                    <a:pt x="692285" y="0"/>
                    <a:pt x="876300" y="533400"/>
                    <a:pt x="1060315" y="1066800"/>
                  </a:cubicBezTo>
                </a:path>
              </a:pathLst>
            </a:cu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a:cs typeface="+mn-ea"/>
                <a:sym typeface="+mn-lt"/>
              </a:endParaRPr>
            </a:p>
          </p:txBody>
        </p:sp>
        <p:sp>
          <p:nvSpPr>
            <p:cNvPr id="6" name="任意多边形 5"/>
            <p:cNvSpPr/>
            <p:nvPr/>
          </p:nvSpPr>
          <p:spPr bwMode="auto">
            <a:xfrm>
              <a:off x="4278685" y="4363839"/>
              <a:ext cx="1060450" cy="1071563"/>
            </a:xfrm>
            <a:custGeom>
              <a:avLst/>
              <a:gdLst>
                <a:gd name="connsiteX0" fmla="*/ 0 w 1060315"/>
                <a:gd name="connsiteY0" fmla="*/ 1105710 h 1105710"/>
                <a:gd name="connsiteX1" fmla="*/ 515566 w 1060315"/>
                <a:gd name="connsiteY1" fmla="*/ 6485 h 1105710"/>
                <a:gd name="connsiteX2" fmla="*/ 1060315 w 1060315"/>
                <a:gd name="connsiteY2" fmla="*/ 1066800 h 1105710"/>
                <a:gd name="connsiteX0" fmla="*/ 0 w 1060315"/>
                <a:gd name="connsiteY0" fmla="*/ 1105710 h 1105710"/>
                <a:gd name="connsiteX1" fmla="*/ 515566 w 1060315"/>
                <a:gd name="connsiteY1" fmla="*/ 6485 h 1105710"/>
                <a:gd name="connsiteX2" fmla="*/ 1060315 w 1060315"/>
                <a:gd name="connsiteY2" fmla="*/ 1066800 h 1105710"/>
              </a:gdLst>
              <a:ahLst/>
              <a:cxnLst>
                <a:cxn ang="0">
                  <a:pos x="connsiteX0" y="connsiteY0"/>
                </a:cxn>
                <a:cxn ang="0">
                  <a:pos x="connsiteX1" y="connsiteY1"/>
                </a:cxn>
                <a:cxn ang="0">
                  <a:pos x="connsiteX2" y="connsiteY2"/>
                </a:cxn>
              </a:cxnLst>
              <a:rect l="l" t="t" r="r" b="b"/>
              <a:pathLst>
                <a:path w="1060315" h="1105710">
                  <a:moveTo>
                    <a:pt x="0" y="1105710"/>
                  </a:moveTo>
                  <a:cubicBezTo>
                    <a:pt x="169423" y="559340"/>
                    <a:pt x="338847" y="12970"/>
                    <a:pt x="515566" y="6485"/>
                  </a:cubicBezTo>
                  <a:cubicBezTo>
                    <a:pt x="692285" y="0"/>
                    <a:pt x="876300" y="533400"/>
                    <a:pt x="1060315" y="1066800"/>
                  </a:cubicBezTo>
                </a:path>
              </a:pathLst>
            </a:custGeom>
            <a:noFill/>
            <a:ln>
              <a:solidFill>
                <a:schemeClr val="accent2"/>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a:cs typeface="+mn-ea"/>
                <a:sym typeface="+mn-lt"/>
              </a:endParaRPr>
            </a:p>
          </p:txBody>
        </p:sp>
        <p:cxnSp>
          <p:nvCxnSpPr>
            <p:cNvPr id="8" name="直接连接符 7"/>
            <p:cNvCxnSpPr/>
            <p:nvPr/>
          </p:nvCxnSpPr>
          <p:spPr bwMode="auto">
            <a:xfrm>
              <a:off x="1661170" y="5445225"/>
              <a:ext cx="3714750" cy="1587"/>
            </a:xfrm>
            <a:prstGeom prst="line">
              <a:avLst/>
            </a:prstGeom>
            <a:ln w="28575">
              <a:solidFill>
                <a:schemeClr val="accent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auto">
            <a:xfrm rot="16200000" flipV="1">
              <a:off x="4652020" y="4722912"/>
              <a:ext cx="1438275" cy="9525"/>
            </a:xfrm>
            <a:prstGeom prst="line">
              <a:avLst/>
            </a:prstGeom>
            <a:ln w="28575">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等腰三角形 16"/>
            <p:cNvSpPr/>
            <p:nvPr/>
          </p:nvSpPr>
          <p:spPr bwMode="auto">
            <a:xfrm>
              <a:off x="3349997" y="4721027"/>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18" name="等腰三角形 17"/>
            <p:cNvSpPr/>
            <p:nvPr/>
          </p:nvSpPr>
          <p:spPr bwMode="auto">
            <a:xfrm>
              <a:off x="2570683" y="4328120"/>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19" name="等腰三角形 18"/>
            <p:cNvSpPr/>
            <p:nvPr/>
          </p:nvSpPr>
          <p:spPr bwMode="auto">
            <a:xfrm>
              <a:off x="3654947" y="4328120"/>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0" name="等腰三角形 19"/>
            <p:cNvSpPr/>
            <p:nvPr/>
          </p:nvSpPr>
          <p:spPr bwMode="auto">
            <a:xfrm>
              <a:off x="4715397" y="4328120"/>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1" name="等腰三角形 20"/>
            <p:cNvSpPr/>
            <p:nvPr/>
          </p:nvSpPr>
          <p:spPr bwMode="auto">
            <a:xfrm>
              <a:off x="2421310" y="4506714"/>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2" name="等腰三角形 21"/>
            <p:cNvSpPr/>
            <p:nvPr/>
          </p:nvSpPr>
          <p:spPr bwMode="auto">
            <a:xfrm>
              <a:off x="2778497" y="4506714"/>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3" name="等腰三角形 22"/>
            <p:cNvSpPr/>
            <p:nvPr/>
          </p:nvSpPr>
          <p:spPr bwMode="auto">
            <a:xfrm>
              <a:off x="3492872" y="4506714"/>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4" name="等腰三角形 23"/>
            <p:cNvSpPr/>
            <p:nvPr/>
          </p:nvSpPr>
          <p:spPr bwMode="auto">
            <a:xfrm>
              <a:off x="3850060" y="4506714"/>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5" name="等腰三角形 24"/>
            <p:cNvSpPr/>
            <p:nvPr/>
          </p:nvSpPr>
          <p:spPr bwMode="auto">
            <a:xfrm>
              <a:off x="4564435" y="4506714"/>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6" name="等腰三角形 25"/>
            <p:cNvSpPr/>
            <p:nvPr/>
          </p:nvSpPr>
          <p:spPr bwMode="auto">
            <a:xfrm>
              <a:off x="4921622" y="4506714"/>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7" name="等腰三角形 26"/>
            <p:cNvSpPr/>
            <p:nvPr/>
          </p:nvSpPr>
          <p:spPr bwMode="auto">
            <a:xfrm>
              <a:off x="4135810" y="5149652"/>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8" name="等腰三角形 27"/>
            <p:cNvSpPr/>
            <p:nvPr/>
          </p:nvSpPr>
          <p:spPr bwMode="auto">
            <a:xfrm>
              <a:off x="4064372" y="4935339"/>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29" name="等腰三角形 28"/>
            <p:cNvSpPr/>
            <p:nvPr/>
          </p:nvSpPr>
          <p:spPr bwMode="auto">
            <a:xfrm>
              <a:off x="3278560" y="4935339"/>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0" name="等腰三角形 29"/>
            <p:cNvSpPr/>
            <p:nvPr/>
          </p:nvSpPr>
          <p:spPr bwMode="auto">
            <a:xfrm>
              <a:off x="3207122" y="5149652"/>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1" name="等腰三角形 30"/>
            <p:cNvSpPr/>
            <p:nvPr/>
          </p:nvSpPr>
          <p:spPr bwMode="auto">
            <a:xfrm>
              <a:off x="2992810" y="4935339"/>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2" name="等腰三角形 31"/>
            <p:cNvSpPr/>
            <p:nvPr/>
          </p:nvSpPr>
          <p:spPr bwMode="auto">
            <a:xfrm>
              <a:off x="3064247" y="5149652"/>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3" name="等腰三角形 32"/>
            <p:cNvSpPr/>
            <p:nvPr/>
          </p:nvSpPr>
          <p:spPr bwMode="auto">
            <a:xfrm>
              <a:off x="3135685" y="5363964"/>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4" name="等腰三角形 33"/>
            <p:cNvSpPr/>
            <p:nvPr/>
          </p:nvSpPr>
          <p:spPr bwMode="auto">
            <a:xfrm>
              <a:off x="4207247" y="5363964"/>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5" name="等腰三角形 34"/>
            <p:cNvSpPr/>
            <p:nvPr/>
          </p:nvSpPr>
          <p:spPr bwMode="auto">
            <a:xfrm>
              <a:off x="3992935" y="4721027"/>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6" name="等腰三角形 35"/>
            <p:cNvSpPr/>
            <p:nvPr/>
          </p:nvSpPr>
          <p:spPr bwMode="auto">
            <a:xfrm>
              <a:off x="4278685" y="5149652"/>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7" name="等腰三角形 36"/>
            <p:cNvSpPr/>
            <p:nvPr/>
          </p:nvSpPr>
          <p:spPr bwMode="auto">
            <a:xfrm>
              <a:off x="2849935" y="4721027"/>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8" name="等腰三角形 37"/>
            <p:cNvSpPr/>
            <p:nvPr/>
          </p:nvSpPr>
          <p:spPr bwMode="auto">
            <a:xfrm>
              <a:off x="2286446" y="4736579"/>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39" name="等腰三角形 38"/>
            <p:cNvSpPr/>
            <p:nvPr/>
          </p:nvSpPr>
          <p:spPr bwMode="auto">
            <a:xfrm>
              <a:off x="4350122" y="4935339"/>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40" name="等腰三角形 39"/>
            <p:cNvSpPr/>
            <p:nvPr/>
          </p:nvSpPr>
          <p:spPr bwMode="auto">
            <a:xfrm>
              <a:off x="5089029" y="4799311"/>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41" name="等腰三角形 40"/>
            <p:cNvSpPr/>
            <p:nvPr/>
          </p:nvSpPr>
          <p:spPr bwMode="auto">
            <a:xfrm>
              <a:off x="4421560" y="4721027"/>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73" name="任意多边形 72"/>
            <p:cNvSpPr/>
            <p:nvPr/>
          </p:nvSpPr>
          <p:spPr>
            <a:xfrm>
              <a:off x="6951380" y="4393637"/>
              <a:ext cx="3198849" cy="766170"/>
            </a:xfrm>
            <a:custGeom>
              <a:avLst/>
              <a:gdLst>
                <a:gd name="connsiteX0" fmla="*/ 0 w 4343400"/>
                <a:gd name="connsiteY0" fmla="*/ 1193805 h 1206516"/>
                <a:gd name="connsiteX1" fmla="*/ 723900 w 4343400"/>
                <a:gd name="connsiteY1" fmla="*/ 5 h 1206516"/>
                <a:gd name="connsiteX2" fmla="*/ 1460500 w 4343400"/>
                <a:gd name="connsiteY2" fmla="*/ 1206505 h 1206516"/>
                <a:gd name="connsiteX3" fmla="*/ 2171700 w 4343400"/>
                <a:gd name="connsiteY3" fmla="*/ 25405 h 1206516"/>
                <a:gd name="connsiteX4" fmla="*/ 2895600 w 4343400"/>
                <a:gd name="connsiteY4" fmla="*/ 1206505 h 1206516"/>
                <a:gd name="connsiteX5" fmla="*/ 3619500 w 4343400"/>
                <a:gd name="connsiteY5" fmla="*/ 12705 h 1206516"/>
                <a:gd name="connsiteX6" fmla="*/ 4343400 w 4343400"/>
                <a:gd name="connsiteY6" fmla="*/ 1206505 h 1206516"/>
                <a:gd name="connsiteX0" fmla="*/ 0 w 4343400"/>
                <a:gd name="connsiteY0" fmla="*/ 1193805 h 1206516"/>
                <a:gd name="connsiteX1" fmla="*/ 723900 w 4343400"/>
                <a:gd name="connsiteY1" fmla="*/ 5 h 1206516"/>
                <a:gd name="connsiteX2" fmla="*/ 1460500 w 4343400"/>
                <a:gd name="connsiteY2" fmla="*/ 1206505 h 1206516"/>
                <a:gd name="connsiteX3" fmla="*/ 2171700 w 4343400"/>
                <a:gd name="connsiteY3" fmla="*/ 25405 h 1206516"/>
                <a:gd name="connsiteX4" fmla="*/ 2895600 w 4343400"/>
                <a:gd name="connsiteY4" fmla="*/ 1206505 h 1206516"/>
                <a:gd name="connsiteX5" fmla="*/ 3619500 w 4343400"/>
                <a:gd name="connsiteY5" fmla="*/ 12705 h 1206516"/>
                <a:gd name="connsiteX6" fmla="*/ 4343400 w 4343400"/>
                <a:gd name="connsiteY6" fmla="*/ 1206505 h 1206516"/>
                <a:gd name="connsiteX0" fmla="*/ 0 w 4343400"/>
                <a:gd name="connsiteY0" fmla="*/ 1195184 h 1207895"/>
                <a:gd name="connsiteX1" fmla="*/ 723900 w 4343400"/>
                <a:gd name="connsiteY1" fmla="*/ 1384 h 1207895"/>
                <a:gd name="connsiteX2" fmla="*/ 1460500 w 4343400"/>
                <a:gd name="connsiteY2" fmla="*/ 1207884 h 1207895"/>
                <a:gd name="connsiteX3" fmla="*/ 2171700 w 4343400"/>
                <a:gd name="connsiteY3" fmla="*/ 26784 h 1207895"/>
                <a:gd name="connsiteX4" fmla="*/ 2895600 w 4343400"/>
                <a:gd name="connsiteY4" fmla="*/ 1207884 h 1207895"/>
                <a:gd name="connsiteX5" fmla="*/ 3619500 w 4343400"/>
                <a:gd name="connsiteY5" fmla="*/ 14084 h 1207895"/>
                <a:gd name="connsiteX6" fmla="*/ 4343400 w 4343400"/>
                <a:gd name="connsiteY6" fmla="*/ 1207884 h 1207895"/>
                <a:gd name="connsiteX0" fmla="*/ 0 w 4343400"/>
                <a:gd name="connsiteY0" fmla="*/ 1182497 h 1195199"/>
                <a:gd name="connsiteX1" fmla="*/ 673100 w 4343400"/>
                <a:gd name="connsiteY1" fmla="*/ 1397 h 1195199"/>
                <a:gd name="connsiteX2" fmla="*/ 1460500 w 4343400"/>
                <a:gd name="connsiteY2" fmla="*/ 1195197 h 1195199"/>
                <a:gd name="connsiteX3" fmla="*/ 2171700 w 4343400"/>
                <a:gd name="connsiteY3" fmla="*/ 14097 h 1195199"/>
                <a:gd name="connsiteX4" fmla="*/ 2895600 w 4343400"/>
                <a:gd name="connsiteY4" fmla="*/ 1195197 h 1195199"/>
                <a:gd name="connsiteX5" fmla="*/ 3619500 w 4343400"/>
                <a:gd name="connsiteY5" fmla="*/ 1397 h 1195199"/>
                <a:gd name="connsiteX6" fmla="*/ 4343400 w 4343400"/>
                <a:gd name="connsiteY6" fmla="*/ 1195197 h 1195199"/>
                <a:gd name="connsiteX0" fmla="*/ 0 w 4343400"/>
                <a:gd name="connsiteY0" fmla="*/ 1181106 h 1193808"/>
                <a:gd name="connsiteX1" fmla="*/ 673100 w 4343400"/>
                <a:gd name="connsiteY1" fmla="*/ 6 h 1193808"/>
                <a:gd name="connsiteX2" fmla="*/ 1460500 w 4343400"/>
                <a:gd name="connsiteY2" fmla="*/ 1193806 h 1193808"/>
                <a:gd name="connsiteX3" fmla="*/ 2171700 w 4343400"/>
                <a:gd name="connsiteY3" fmla="*/ 12706 h 1193808"/>
                <a:gd name="connsiteX4" fmla="*/ 2895600 w 4343400"/>
                <a:gd name="connsiteY4" fmla="*/ 1193806 h 1193808"/>
                <a:gd name="connsiteX5" fmla="*/ 3619500 w 4343400"/>
                <a:gd name="connsiteY5" fmla="*/ 6 h 1193808"/>
                <a:gd name="connsiteX6" fmla="*/ 4343400 w 4343400"/>
                <a:gd name="connsiteY6" fmla="*/ 1193806 h 1193808"/>
                <a:gd name="connsiteX0" fmla="*/ 0 w 4343400"/>
                <a:gd name="connsiteY0" fmla="*/ 1193800 h 1206511"/>
                <a:gd name="connsiteX1" fmla="*/ 673100 w 4343400"/>
                <a:gd name="connsiteY1" fmla="*/ 12700 h 1206511"/>
                <a:gd name="connsiteX2" fmla="*/ 1460500 w 4343400"/>
                <a:gd name="connsiteY2" fmla="*/ 1206500 h 1206511"/>
                <a:gd name="connsiteX3" fmla="*/ 2171700 w 4343400"/>
                <a:gd name="connsiteY3" fmla="*/ 25400 h 1206511"/>
                <a:gd name="connsiteX4" fmla="*/ 2895600 w 4343400"/>
                <a:gd name="connsiteY4" fmla="*/ 1206500 h 1206511"/>
                <a:gd name="connsiteX5" fmla="*/ 3657600 w 4343400"/>
                <a:gd name="connsiteY5" fmla="*/ 0 h 1206511"/>
                <a:gd name="connsiteX6" fmla="*/ 4343400 w 4343400"/>
                <a:gd name="connsiteY6" fmla="*/ 1206500 h 1206511"/>
                <a:gd name="connsiteX0" fmla="*/ 0 w 4343400"/>
                <a:gd name="connsiteY0" fmla="*/ 1193800 h 1206511"/>
                <a:gd name="connsiteX1" fmla="*/ 673100 w 4343400"/>
                <a:gd name="connsiteY1" fmla="*/ 12700 h 1206511"/>
                <a:gd name="connsiteX2" fmla="*/ 1460500 w 4343400"/>
                <a:gd name="connsiteY2" fmla="*/ 1206500 h 1206511"/>
                <a:gd name="connsiteX3" fmla="*/ 2171700 w 4343400"/>
                <a:gd name="connsiteY3" fmla="*/ 25400 h 1206511"/>
                <a:gd name="connsiteX4" fmla="*/ 2895600 w 4343400"/>
                <a:gd name="connsiteY4" fmla="*/ 1206500 h 1206511"/>
                <a:gd name="connsiteX5" fmla="*/ 3657600 w 4343400"/>
                <a:gd name="connsiteY5" fmla="*/ 0 h 1206511"/>
                <a:gd name="connsiteX6" fmla="*/ 4343400 w 4343400"/>
                <a:gd name="connsiteY6" fmla="*/ 1206500 h 1206511"/>
                <a:gd name="connsiteX0" fmla="*/ 0 w 4343400"/>
                <a:gd name="connsiteY0" fmla="*/ 1181106 h 1193808"/>
                <a:gd name="connsiteX1" fmla="*/ 673100 w 4343400"/>
                <a:gd name="connsiteY1" fmla="*/ 6 h 1193808"/>
                <a:gd name="connsiteX2" fmla="*/ 1460500 w 4343400"/>
                <a:gd name="connsiteY2" fmla="*/ 1193806 h 1193808"/>
                <a:gd name="connsiteX3" fmla="*/ 2171700 w 4343400"/>
                <a:gd name="connsiteY3" fmla="*/ 12706 h 1193808"/>
                <a:gd name="connsiteX4" fmla="*/ 2895600 w 4343400"/>
                <a:gd name="connsiteY4" fmla="*/ 1193806 h 1193808"/>
                <a:gd name="connsiteX5" fmla="*/ 3708400 w 4343400"/>
                <a:gd name="connsiteY5" fmla="*/ 6 h 1193808"/>
                <a:gd name="connsiteX6" fmla="*/ 4343400 w 4343400"/>
                <a:gd name="connsiteY6" fmla="*/ 1193806 h 1193808"/>
                <a:gd name="connsiteX0" fmla="*/ 0 w 4343400"/>
                <a:gd name="connsiteY0" fmla="*/ 1193800 h 1206511"/>
                <a:gd name="connsiteX1" fmla="*/ 673100 w 4343400"/>
                <a:gd name="connsiteY1" fmla="*/ 12700 h 1206511"/>
                <a:gd name="connsiteX2" fmla="*/ 1460500 w 4343400"/>
                <a:gd name="connsiteY2" fmla="*/ 1206500 h 1206511"/>
                <a:gd name="connsiteX3" fmla="*/ 2171700 w 4343400"/>
                <a:gd name="connsiteY3" fmla="*/ 25400 h 1206511"/>
                <a:gd name="connsiteX4" fmla="*/ 2895600 w 4343400"/>
                <a:gd name="connsiteY4" fmla="*/ 1206500 h 1206511"/>
                <a:gd name="connsiteX5" fmla="*/ 3683000 w 4343400"/>
                <a:gd name="connsiteY5" fmla="*/ 0 h 1206511"/>
                <a:gd name="connsiteX6" fmla="*/ 4343400 w 4343400"/>
                <a:gd name="connsiteY6" fmla="*/ 1206500 h 1206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1206511">
                  <a:moveTo>
                    <a:pt x="0" y="1193800"/>
                  </a:moveTo>
                  <a:cubicBezTo>
                    <a:pt x="240241" y="595841"/>
                    <a:pt x="404283" y="10583"/>
                    <a:pt x="673100" y="12700"/>
                  </a:cubicBezTo>
                  <a:cubicBezTo>
                    <a:pt x="941917" y="14817"/>
                    <a:pt x="1210733" y="1204383"/>
                    <a:pt x="1460500" y="1206500"/>
                  </a:cubicBezTo>
                  <a:cubicBezTo>
                    <a:pt x="1710267" y="1208617"/>
                    <a:pt x="1932517" y="25400"/>
                    <a:pt x="2171700" y="25400"/>
                  </a:cubicBezTo>
                  <a:cubicBezTo>
                    <a:pt x="2410883" y="25400"/>
                    <a:pt x="2643717" y="1210733"/>
                    <a:pt x="2895600" y="1206500"/>
                  </a:cubicBezTo>
                  <a:cubicBezTo>
                    <a:pt x="3147483" y="1202267"/>
                    <a:pt x="3429000" y="0"/>
                    <a:pt x="3683000" y="0"/>
                  </a:cubicBezTo>
                  <a:cubicBezTo>
                    <a:pt x="3937000" y="0"/>
                    <a:pt x="4102100" y="609600"/>
                    <a:pt x="4343400" y="120650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6" name="等腰三角形 75"/>
            <p:cNvSpPr/>
            <p:nvPr/>
          </p:nvSpPr>
          <p:spPr bwMode="auto">
            <a:xfrm>
              <a:off x="7365025" y="4349980"/>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77" name="等腰三角形 76"/>
            <p:cNvSpPr/>
            <p:nvPr/>
          </p:nvSpPr>
          <p:spPr bwMode="auto">
            <a:xfrm>
              <a:off x="9013542" y="5122832"/>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78" name="等腰三角形 77"/>
            <p:cNvSpPr/>
            <p:nvPr/>
          </p:nvSpPr>
          <p:spPr bwMode="auto">
            <a:xfrm>
              <a:off x="7971328" y="5088368"/>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79" name="等腰三角形 78"/>
            <p:cNvSpPr/>
            <p:nvPr/>
          </p:nvSpPr>
          <p:spPr bwMode="auto">
            <a:xfrm>
              <a:off x="9611065" y="4373992"/>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80" name="等腰三角形 79"/>
            <p:cNvSpPr/>
            <p:nvPr/>
          </p:nvSpPr>
          <p:spPr bwMode="auto">
            <a:xfrm>
              <a:off x="8479366" y="4357918"/>
              <a:ext cx="142875" cy="71438"/>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44" name="等腰三角形 43"/>
            <p:cNvSpPr/>
            <p:nvPr/>
          </p:nvSpPr>
          <p:spPr bwMode="auto">
            <a:xfrm>
              <a:off x="5161037" y="5031454"/>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sp>
          <p:nvSpPr>
            <p:cNvPr id="45" name="等腰三角形 44"/>
            <p:cNvSpPr/>
            <p:nvPr/>
          </p:nvSpPr>
          <p:spPr bwMode="auto">
            <a:xfrm>
              <a:off x="5262683" y="5364043"/>
              <a:ext cx="142875" cy="71437"/>
            </a:xfrm>
            <a:prstGeom prst="triangl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cs typeface="+mn-ea"/>
                <a:sym typeface="+mn-lt"/>
              </a:endParaRPr>
            </a:p>
          </p:txBody>
        </p:sp>
        <p:cxnSp>
          <p:nvCxnSpPr>
            <p:cNvPr id="48" name="直接连接符 47"/>
            <p:cNvCxnSpPr/>
            <p:nvPr/>
          </p:nvCxnSpPr>
          <p:spPr bwMode="auto">
            <a:xfrm>
              <a:off x="6456040" y="5445224"/>
              <a:ext cx="3714750" cy="1587"/>
            </a:xfrm>
            <a:prstGeom prst="line">
              <a:avLst/>
            </a:prstGeom>
            <a:ln w="28575">
              <a:solidFill>
                <a:schemeClr val="accent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auto">
            <a:xfrm rot="16200000" flipV="1">
              <a:off x="9446890" y="4722911"/>
              <a:ext cx="1438275" cy="9525"/>
            </a:xfrm>
            <a:prstGeom prst="line">
              <a:avLst/>
            </a:prstGeom>
            <a:ln w="28575">
              <a:solidFill>
                <a:schemeClr val="accent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2" name="日期占位符 1"/>
          <p:cNvSpPr>
            <a:spLocks noGrp="1"/>
          </p:cNvSpPr>
          <p:nvPr>
            <p:ph type="dt" sz="half" idx="10"/>
          </p:nvPr>
        </p:nvSpPr>
        <p:spPr/>
        <p:txBody>
          <a:bodyPr/>
          <a:lstStyle/>
          <a:p>
            <a:fld id="{30516F85-0F14-481C-A8AC-4EEE58445969}" type="datetime1">
              <a:rPr lang="zh-CN" altLang="en-US" smtClean="0"/>
              <a:t>2019/4/8</a:t>
            </a:fld>
            <a:endParaRPr lang="zh-CN" altLang="en-US"/>
          </a:p>
        </p:txBody>
      </p:sp>
      <p:sp>
        <p:nvSpPr>
          <p:cNvPr id="3" name="页脚占位符 2"/>
          <p:cNvSpPr>
            <a:spLocks noGrp="1"/>
          </p:cNvSpPr>
          <p:nvPr>
            <p:ph type="ftr" sz="quarter" idx="11"/>
          </p:nvPr>
        </p:nvSpPr>
        <p:spPr/>
        <p:txBody>
          <a:bodyPr/>
          <a:lstStyle/>
          <a:p>
            <a:r>
              <a:rPr lang="zh-CN" altLang="en-US" smtClean="0"/>
              <a:t>微波技术基础实验</a:t>
            </a:r>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t>15</a:t>
            </a:fld>
            <a:endParaRPr lang="zh-CN" altLang="en-US"/>
          </a:p>
        </p:txBody>
      </p:sp>
    </p:spTree>
    <p:extLst>
      <p:ext uri="{BB962C8B-B14F-4D97-AF65-F5344CB8AC3E}">
        <p14:creationId xmlns:p14="http://schemas.microsoft.com/office/powerpoint/2010/main" val="805381164"/>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p:txBody>
          <a:bodyPr>
            <a:normAutofit/>
          </a:bodyPr>
          <a:lstStyle/>
          <a:p>
            <a:r>
              <a:rPr lang="zh-CN" altLang="en-US" dirty="0">
                <a:cs typeface="+mn-ea"/>
                <a:sym typeface="+mn-lt"/>
              </a:rPr>
              <a:t>驻波比测量</a:t>
            </a:r>
            <a:endParaRPr lang="en-US" altLang="zh-CN" dirty="0">
              <a:cs typeface="+mn-ea"/>
              <a:sym typeface="+mn-lt"/>
            </a:endParaRPr>
          </a:p>
        </p:txBody>
      </p:sp>
      <p:sp>
        <p:nvSpPr>
          <p:cNvPr id="14339" name="Rectangle 4"/>
          <p:cNvSpPr>
            <a:spLocks noGrp="1" noChangeArrowheads="1"/>
          </p:cNvSpPr>
          <p:nvPr>
            <p:ph idx="1"/>
          </p:nvPr>
        </p:nvSpPr>
        <p:spPr/>
        <p:txBody>
          <a:bodyPr>
            <a:normAutofit/>
          </a:bodyPr>
          <a:lstStyle/>
          <a:p>
            <a:r>
              <a:rPr lang="zh-CN" altLang="en-US" dirty="0" smtClean="0">
                <a:cs typeface="+mn-ea"/>
                <a:sym typeface="+mn-lt"/>
              </a:rPr>
              <a:t>用</a:t>
            </a:r>
            <a:r>
              <a:rPr lang="zh-CN" altLang="en-US" dirty="0" smtClean="0">
                <a:cs typeface="+mn-ea"/>
                <a:sym typeface="+mn-lt"/>
              </a:rPr>
              <a:t>直接法测量</a:t>
            </a:r>
            <a:r>
              <a:rPr lang="zh-CN" altLang="en-US" dirty="0" smtClean="0">
                <a:cs typeface="+mn-ea"/>
                <a:sym typeface="+mn-lt"/>
              </a:rPr>
              <a:t>驻波比</a:t>
            </a:r>
            <a:r>
              <a:rPr lang="zh-CN" altLang="en-US" dirty="0" smtClean="0">
                <a:cs typeface="+mn-ea"/>
                <a:sym typeface="+mn-lt"/>
              </a:rPr>
              <a:t>，只需测量一组数据</a:t>
            </a:r>
            <a:endParaRPr lang="en-US" altLang="zh-CN" dirty="0">
              <a:cs typeface="+mn-ea"/>
              <a:sym typeface="+mn-lt"/>
            </a:endParaRPr>
          </a:p>
          <a:p>
            <a:pPr lvl="1"/>
            <a:r>
              <a:rPr lang="zh-CN" altLang="en-US" dirty="0" smtClean="0">
                <a:cs typeface="+mn-ea"/>
                <a:sym typeface="+mn-lt"/>
              </a:rPr>
              <a:t>匹配</a:t>
            </a:r>
            <a:r>
              <a:rPr lang="zh-CN" altLang="en-US" dirty="0" smtClean="0">
                <a:cs typeface="+mn-ea"/>
                <a:sym typeface="+mn-lt"/>
              </a:rPr>
              <a:t>负载</a:t>
            </a:r>
            <a:endParaRPr lang="en-US" altLang="zh-CN" dirty="0" smtClean="0">
              <a:cs typeface="+mn-ea"/>
              <a:sym typeface="+mn-lt"/>
            </a:endParaRPr>
          </a:p>
          <a:p>
            <a:pPr lvl="1"/>
            <a:r>
              <a:rPr lang="zh-CN" altLang="en-US" dirty="0" smtClean="0">
                <a:cs typeface="+mn-ea"/>
                <a:sym typeface="+mn-lt"/>
              </a:rPr>
              <a:t>开口</a:t>
            </a:r>
            <a:endParaRPr lang="zh-CN" altLang="en-US" dirty="0">
              <a:cs typeface="+mn-ea"/>
              <a:sym typeface="+mn-lt"/>
            </a:endParaRPr>
          </a:p>
        </p:txBody>
      </p:sp>
      <p:sp>
        <p:nvSpPr>
          <p:cNvPr id="2" name="日期占位符 1"/>
          <p:cNvSpPr>
            <a:spLocks noGrp="1"/>
          </p:cNvSpPr>
          <p:nvPr>
            <p:ph type="dt" sz="half" idx="10"/>
          </p:nvPr>
        </p:nvSpPr>
        <p:spPr/>
        <p:txBody>
          <a:bodyPr/>
          <a:lstStyle/>
          <a:p>
            <a:fld id="{30516F85-0F14-481C-A8AC-4EEE58445969}" type="datetime1">
              <a:rPr lang="zh-CN" altLang="en-US" smtClean="0"/>
              <a:t>2019/4/8</a:t>
            </a:fld>
            <a:endParaRPr lang="zh-CN" altLang="en-US"/>
          </a:p>
        </p:txBody>
      </p:sp>
      <p:sp>
        <p:nvSpPr>
          <p:cNvPr id="3" name="页脚占位符 2"/>
          <p:cNvSpPr>
            <a:spLocks noGrp="1"/>
          </p:cNvSpPr>
          <p:nvPr>
            <p:ph type="ftr" sz="quarter" idx="11"/>
          </p:nvPr>
        </p:nvSpPr>
        <p:spPr/>
        <p:txBody>
          <a:bodyPr/>
          <a:lstStyle/>
          <a:p>
            <a:r>
              <a:rPr lang="zh-CN" altLang="en-US" smtClean="0"/>
              <a:t>微波技术基础实验</a:t>
            </a:r>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t>16</a:t>
            </a:fld>
            <a:endParaRPr lang="zh-CN" altLang="en-US"/>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p:txBody>
          <a:bodyPr>
            <a:normAutofit/>
          </a:bodyPr>
          <a:lstStyle/>
          <a:p>
            <a:r>
              <a:rPr lang="zh-CN" altLang="en-US" dirty="0" smtClean="0">
                <a:latin typeface="+mn-lt"/>
                <a:ea typeface="+mn-ea"/>
                <a:cs typeface="+mn-ea"/>
                <a:sym typeface="+mn-lt"/>
              </a:rPr>
              <a:t>实验数据记录</a:t>
            </a:r>
            <a:endParaRPr lang="zh-CN" altLang="en-US" dirty="0">
              <a:latin typeface="+mn-lt"/>
              <a:ea typeface="+mn-ea"/>
              <a:cs typeface="+mn-ea"/>
              <a:sym typeface="+mn-lt"/>
            </a:endParaRPr>
          </a:p>
        </p:txBody>
      </p:sp>
      <p:graphicFrame>
        <p:nvGraphicFramePr>
          <p:cNvPr id="16645" name="Group 261"/>
          <p:cNvGraphicFramePr>
            <a:graphicFrameLocks noGrp="1"/>
          </p:cNvGraphicFramePr>
          <p:nvPr>
            <p:ph idx="1"/>
            <p:extLst>
              <p:ext uri="{D42A27DB-BD31-4B8C-83A1-F6EECF244321}">
                <p14:modId xmlns:p14="http://schemas.microsoft.com/office/powerpoint/2010/main" val="2350693611"/>
              </p:ext>
            </p:extLst>
          </p:nvPr>
        </p:nvGraphicFramePr>
        <p:xfrm>
          <a:off x="1117064" y="1916832"/>
          <a:ext cx="9720269" cy="4355783"/>
        </p:xfrm>
        <a:graphic>
          <a:graphicData uri="http://schemas.openxmlformats.org/drawingml/2006/table">
            <a:tbl>
              <a:tblPr/>
              <a:tblGrid>
                <a:gridCol w="849397">
                  <a:extLst>
                    <a:ext uri="{9D8B030D-6E8A-4147-A177-3AD203B41FA5}">
                      <a16:colId xmlns:a16="http://schemas.microsoft.com/office/drawing/2014/main" val="20000"/>
                    </a:ext>
                  </a:extLst>
                </a:gridCol>
                <a:gridCol w="1708172">
                  <a:extLst>
                    <a:ext uri="{9D8B030D-6E8A-4147-A177-3AD203B41FA5}">
                      <a16:colId xmlns:a16="http://schemas.microsoft.com/office/drawing/2014/main" val="20001"/>
                    </a:ext>
                  </a:extLst>
                </a:gridCol>
                <a:gridCol w="455638">
                  <a:extLst>
                    <a:ext uri="{9D8B030D-6E8A-4147-A177-3AD203B41FA5}">
                      <a16:colId xmlns:a16="http://schemas.microsoft.com/office/drawing/2014/main" val="20002"/>
                    </a:ext>
                  </a:extLst>
                </a:gridCol>
                <a:gridCol w="455638">
                  <a:extLst>
                    <a:ext uri="{9D8B030D-6E8A-4147-A177-3AD203B41FA5}">
                      <a16:colId xmlns:a16="http://schemas.microsoft.com/office/drawing/2014/main" val="20003"/>
                    </a:ext>
                  </a:extLst>
                </a:gridCol>
                <a:gridCol w="455638">
                  <a:extLst>
                    <a:ext uri="{9D8B030D-6E8A-4147-A177-3AD203B41FA5}">
                      <a16:colId xmlns:a16="http://schemas.microsoft.com/office/drawing/2014/main" val="20004"/>
                    </a:ext>
                  </a:extLst>
                </a:gridCol>
                <a:gridCol w="455638">
                  <a:extLst>
                    <a:ext uri="{9D8B030D-6E8A-4147-A177-3AD203B41FA5}">
                      <a16:colId xmlns:a16="http://schemas.microsoft.com/office/drawing/2014/main" val="20005"/>
                    </a:ext>
                  </a:extLst>
                </a:gridCol>
                <a:gridCol w="455638">
                  <a:extLst>
                    <a:ext uri="{9D8B030D-6E8A-4147-A177-3AD203B41FA5}">
                      <a16:colId xmlns:a16="http://schemas.microsoft.com/office/drawing/2014/main" val="20006"/>
                    </a:ext>
                  </a:extLst>
                </a:gridCol>
                <a:gridCol w="455638">
                  <a:extLst>
                    <a:ext uri="{9D8B030D-6E8A-4147-A177-3AD203B41FA5}">
                      <a16:colId xmlns:a16="http://schemas.microsoft.com/office/drawing/2014/main" val="20007"/>
                    </a:ext>
                  </a:extLst>
                </a:gridCol>
                <a:gridCol w="455638">
                  <a:extLst>
                    <a:ext uri="{9D8B030D-6E8A-4147-A177-3AD203B41FA5}">
                      <a16:colId xmlns:a16="http://schemas.microsoft.com/office/drawing/2014/main" val="20008"/>
                    </a:ext>
                  </a:extLst>
                </a:gridCol>
                <a:gridCol w="455638">
                  <a:extLst>
                    <a:ext uri="{9D8B030D-6E8A-4147-A177-3AD203B41FA5}">
                      <a16:colId xmlns:a16="http://schemas.microsoft.com/office/drawing/2014/main" val="20009"/>
                    </a:ext>
                  </a:extLst>
                </a:gridCol>
                <a:gridCol w="455638">
                  <a:extLst>
                    <a:ext uri="{9D8B030D-6E8A-4147-A177-3AD203B41FA5}">
                      <a16:colId xmlns:a16="http://schemas.microsoft.com/office/drawing/2014/main" val="20010"/>
                    </a:ext>
                  </a:extLst>
                </a:gridCol>
                <a:gridCol w="598047">
                  <a:extLst>
                    <a:ext uri="{9D8B030D-6E8A-4147-A177-3AD203B41FA5}">
                      <a16:colId xmlns:a16="http://schemas.microsoft.com/office/drawing/2014/main" val="20011"/>
                    </a:ext>
                  </a:extLst>
                </a:gridCol>
                <a:gridCol w="1147625">
                  <a:extLst>
                    <a:ext uri="{9D8B030D-6E8A-4147-A177-3AD203B41FA5}">
                      <a16:colId xmlns:a16="http://schemas.microsoft.com/office/drawing/2014/main" val="20012"/>
                    </a:ext>
                  </a:extLst>
                </a:gridCol>
                <a:gridCol w="1316286">
                  <a:extLst>
                    <a:ext uri="{9D8B030D-6E8A-4147-A177-3AD203B41FA5}">
                      <a16:colId xmlns:a16="http://schemas.microsoft.com/office/drawing/2014/main" val="20013"/>
                    </a:ext>
                  </a:extLst>
                </a:gridCol>
              </a:tblGrid>
              <a:tr h="473075">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1" i="0" u="none" strike="noStrike" cap="none" normalizeH="0" baseline="0" dirty="0" smtClean="0">
                          <a:ln>
                            <a:noFill/>
                          </a:ln>
                          <a:solidFill>
                            <a:srgbClr val="004098"/>
                          </a:solidFill>
                          <a:effectLst/>
                          <a:latin typeface="+mn-lt"/>
                          <a:ea typeface="+mn-ea"/>
                          <a:cs typeface="+mn-ea"/>
                          <a:sym typeface="+mn-lt"/>
                        </a:rPr>
                        <a:t>测量次数</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1</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2</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3</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4</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5</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6</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7</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dirty="0" smtClean="0">
                          <a:ln>
                            <a:noFill/>
                          </a:ln>
                          <a:solidFill>
                            <a:srgbClr val="004098"/>
                          </a:solidFill>
                          <a:effectLst/>
                          <a:latin typeface="+mn-lt"/>
                          <a:ea typeface="+mn-ea"/>
                          <a:cs typeface="+mn-ea"/>
                          <a:sym typeface="+mn-lt"/>
                        </a:rPr>
                        <a:t>8</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9</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en-US" altLang="zh-CN" sz="1400" b="1" i="0" u="none" strike="noStrike" cap="none" normalizeH="0" baseline="0" smtClean="0">
                          <a:ln>
                            <a:noFill/>
                          </a:ln>
                          <a:solidFill>
                            <a:srgbClr val="004098"/>
                          </a:solidFill>
                          <a:effectLst/>
                          <a:latin typeface="+mn-lt"/>
                          <a:ea typeface="+mn-ea"/>
                          <a:cs typeface="+mn-ea"/>
                          <a:sym typeface="+mn-lt"/>
                        </a:rPr>
                        <a:t>10</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1" i="0" u="none" strike="noStrike" cap="none" normalizeH="0" baseline="0" dirty="0" smtClean="0">
                          <a:ln>
                            <a:noFill/>
                          </a:ln>
                          <a:solidFill>
                            <a:srgbClr val="004098"/>
                          </a:solidFill>
                          <a:effectLst/>
                          <a:latin typeface="+mn-lt"/>
                          <a:ea typeface="+mn-ea"/>
                          <a:cs typeface="+mn-ea"/>
                          <a:sym typeface="+mn-lt"/>
                        </a:rPr>
                        <a:t>．．．</a:t>
                      </a: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ctr"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1" i="0" u="none" strike="noStrike" cap="none" normalizeH="0" baseline="0" dirty="0" smtClean="0">
                          <a:ln>
                            <a:noFill/>
                          </a:ln>
                          <a:solidFill>
                            <a:srgbClr val="004098"/>
                          </a:solidFill>
                          <a:effectLst/>
                          <a:latin typeface="+mn-lt"/>
                          <a:ea typeface="+mn-ea"/>
                          <a:cs typeface="+mn-ea"/>
                          <a:sym typeface="+mn-lt"/>
                        </a:rPr>
                        <a:t>驻波比</a:t>
                      </a:r>
                    </a:p>
                  </a:txBody>
                  <a:tcPr marL="108003" marR="108003" anchor="ctr" horzOverflow="overflow">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4098"/>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3075">
                <a:tc rowSpan="2">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1" i="0" u="none" strike="noStrike" cap="none" normalizeH="0" baseline="0" dirty="0" smtClean="0">
                          <a:ln>
                            <a:noFill/>
                          </a:ln>
                          <a:solidFill>
                            <a:srgbClr val="004098"/>
                          </a:solidFill>
                          <a:effectLst/>
                          <a:latin typeface="+mn-lt"/>
                          <a:ea typeface="+mn-ea"/>
                          <a:cs typeface="+mn-ea"/>
                          <a:sym typeface="+mn-lt"/>
                        </a:rPr>
                        <a:t>短路</a:t>
                      </a:r>
                    </a:p>
                  </a:txBody>
                  <a:tcPr marL="108003" marR="108003" anchor="ctr" horzOverflow="overflow">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探针位置（</a:t>
                      </a:r>
                      <a:r>
                        <a:rPr kumimoji="0" lang="en-US" altLang="zh-CN" sz="1400" b="0" i="0" u="none" strike="noStrike" cap="none" normalizeH="0" baseline="0" smtClean="0">
                          <a:ln>
                            <a:noFill/>
                          </a:ln>
                          <a:solidFill>
                            <a:srgbClr val="000000"/>
                          </a:solidFill>
                          <a:effectLst/>
                          <a:latin typeface="+mn-lt"/>
                          <a:ea typeface="+mn-ea"/>
                          <a:cs typeface="+mn-ea"/>
                          <a:sym typeface="+mn-lt"/>
                        </a:rPr>
                        <a:t>mm</a:t>
                      </a: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rowSpan="2">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075">
                <a:tc vMerge="1">
                  <a:txBody>
                    <a:bodyPr/>
                    <a:lstStyle/>
                    <a:p>
                      <a:endParaRPr lang="zh-CN" altLang="en-US"/>
                    </a:p>
                  </a:txBody>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dirty="0" smtClean="0">
                          <a:ln>
                            <a:noFill/>
                          </a:ln>
                          <a:solidFill>
                            <a:srgbClr val="000000"/>
                          </a:solidFill>
                          <a:effectLst/>
                          <a:latin typeface="+mn-lt"/>
                          <a:ea typeface="+mn-ea"/>
                          <a:cs typeface="+mn-ea"/>
                          <a:sym typeface="+mn-lt"/>
                        </a:rPr>
                        <a:t>检波指示值</a:t>
                      </a:r>
                      <a:endParaRPr kumimoji="0" lang="zh-CN" altLang="en-US" sz="1400" b="0" i="0" u="none" strike="noStrike" cap="none" normalizeH="0" baseline="0" dirty="0" smtClean="0">
                        <a:ln>
                          <a:noFill/>
                        </a:ln>
                        <a:solidFill>
                          <a:schemeClr val="tx1"/>
                        </a:solidFill>
                        <a:effectLst/>
                        <a:latin typeface="+mn-lt"/>
                        <a:ea typeface="+mn-ea"/>
                        <a:cs typeface="+mn-ea"/>
                        <a:sym typeface="+mn-lt"/>
                      </a:endParaRP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2"/>
                  </a:ext>
                </a:extLst>
              </a:tr>
              <a:tr h="481013">
                <a:tc rowSpan="2">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1" i="0" u="none" strike="noStrike" cap="none" normalizeH="0" baseline="0" dirty="0" smtClean="0">
                          <a:ln>
                            <a:noFill/>
                          </a:ln>
                          <a:solidFill>
                            <a:srgbClr val="004098"/>
                          </a:solidFill>
                          <a:effectLst/>
                          <a:latin typeface="+mn-lt"/>
                          <a:ea typeface="+mn-ea"/>
                          <a:cs typeface="+mn-ea"/>
                          <a:sym typeface="+mn-lt"/>
                        </a:rPr>
                        <a:t>开路</a:t>
                      </a:r>
                    </a:p>
                  </a:txBody>
                  <a:tcPr marL="108003" marR="108003" anchor="ctr" horzOverflow="overflow">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探针位置（</a:t>
                      </a:r>
                      <a:r>
                        <a:rPr kumimoji="0" lang="en-US" altLang="zh-CN" sz="1400" b="0" i="0" u="none" strike="noStrike" cap="none" normalizeH="0" baseline="0" smtClean="0">
                          <a:ln>
                            <a:noFill/>
                          </a:ln>
                          <a:solidFill>
                            <a:srgbClr val="000000"/>
                          </a:solidFill>
                          <a:effectLst/>
                          <a:latin typeface="+mn-lt"/>
                          <a:ea typeface="+mn-ea"/>
                          <a:cs typeface="+mn-ea"/>
                          <a:sym typeface="+mn-lt"/>
                        </a:rPr>
                        <a:t>mm</a:t>
                      </a: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dirty="0" smtClean="0">
                          <a:ln>
                            <a:noFill/>
                          </a:ln>
                          <a:solidFill>
                            <a:srgbClr val="000000"/>
                          </a:solidFill>
                          <a:effectLst/>
                          <a:latin typeface="+mn-lt"/>
                          <a:ea typeface="+mn-ea"/>
                          <a:cs typeface="+mn-ea"/>
                          <a:sym typeface="+mn-lt"/>
                        </a:rPr>
                        <a:t>．．．</a:t>
                      </a:r>
                      <a:endParaRPr kumimoji="0" lang="zh-CN" altLang="en-US"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rowSpan="2">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5938">
                <a:tc vMerge="1">
                  <a:txBody>
                    <a:bodyPr/>
                    <a:lstStyle/>
                    <a:p>
                      <a:endParaRPr lang="zh-CN" altLang="en-US"/>
                    </a:p>
                  </a:txBody>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dirty="0" smtClean="0">
                          <a:ln>
                            <a:noFill/>
                          </a:ln>
                          <a:solidFill>
                            <a:srgbClr val="000000"/>
                          </a:solidFill>
                          <a:effectLst/>
                          <a:latin typeface="+mn-lt"/>
                          <a:ea typeface="+mn-ea"/>
                          <a:cs typeface="+mn-ea"/>
                          <a:sym typeface="+mn-lt"/>
                        </a:rPr>
                        <a:t>检波指示值</a:t>
                      </a:r>
                      <a:endParaRPr kumimoji="0" lang="zh-CN" altLang="en-US" sz="1400" b="0" i="0" u="none" strike="noStrike" cap="none" normalizeH="0" baseline="0" dirty="0" smtClean="0">
                        <a:ln>
                          <a:noFill/>
                        </a:ln>
                        <a:solidFill>
                          <a:schemeClr val="tx1"/>
                        </a:solidFill>
                        <a:effectLst/>
                        <a:latin typeface="+mn-lt"/>
                        <a:ea typeface="+mn-ea"/>
                        <a:cs typeface="+mn-ea"/>
                        <a:sym typeface="+mn-lt"/>
                      </a:endParaRP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dirty="0" smtClean="0">
                          <a:ln>
                            <a:noFill/>
                          </a:ln>
                          <a:solidFill>
                            <a:srgbClr val="000000"/>
                          </a:solidFill>
                          <a:effectLst/>
                          <a:latin typeface="+mn-lt"/>
                          <a:ea typeface="+mn-ea"/>
                          <a:cs typeface="+mn-ea"/>
                          <a:sym typeface="+mn-lt"/>
                        </a:rPr>
                        <a:t>．．．</a:t>
                      </a:r>
                      <a:endParaRPr kumimoji="0" lang="zh-CN" altLang="en-US" sz="1400" b="0" i="0" u="none" strike="noStrike" cap="none" normalizeH="0" baseline="0" dirty="0" smtClean="0">
                        <a:ln>
                          <a:noFill/>
                        </a:ln>
                        <a:solidFill>
                          <a:schemeClr val="tx1"/>
                        </a:solidFill>
                        <a:effectLst/>
                        <a:latin typeface="+mn-lt"/>
                        <a:ea typeface="+mn-ea"/>
                        <a:cs typeface="+mn-ea"/>
                        <a:sym typeface="+mn-lt"/>
                      </a:endParaRPr>
                    </a:p>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endParaRPr kumimoji="0" lang="zh-CN" altLang="en-US"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4"/>
                  </a:ext>
                </a:extLst>
              </a:tr>
              <a:tr h="474663">
                <a:tc rowSpan="2">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1" i="0" u="none" strike="noStrike" cap="none" normalizeH="0" baseline="0" dirty="0" smtClean="0">
                          <a:ln>
                            <a:noFill/>
                          </a:ln>
                          <a:solidFill>
                            <a:srgbClr val="004098"/>
                          </a:solidFill>
                          <a:effectLst/>
                          <a:latin typeface="+mn-lt"/>
                          <a:ea typeface="+mn-ea"/>
                          <a:cs typeface="+mn-ea"/>
                          <a:sym typeface="+mn-lt"/>
                        </a:rPr>
                        <a:t>开口</a:t>
                      </a:r>
                    </a:p>
                  </a:txBody>
                  <a:tcPr marL="108003" marR="108003" anchor="ctr" horzOverflow="overflow">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探针位置（</a:t>
                      </a:r>
                      <a:r>
                        <a:rPr kumimoji="0" lang="en-US" altLang="zh-CN" sz="1400" b="0" i="0" u="none" strike="noStrike" cap="none" normalizeH="0" baseline="0" smtClean="0">
                          <a:ln>
                            <a:noFill/>
                          </a:ln>
                          <a:solidFill>
                            <a:srgbClr val="000000"/>
                          </a:solidFill>
                          <a:effectLst/>
                          <a:latin typeface="+mn-lt"/>
                          <a:ea typeface="+mn-ea"/>
                          <a:cs typeface="+mn-ea"/>
                          <a:sym typeface="+mn-lt"/>
                        </a:rPr>
                        <a:t>mm</a:t>
                      </a: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rowSpan="2">
                  <a:txBody>
                    <a:bodyPr/>
                    <a:lstStyle>
                      <a:lvl1pPr>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742950" indent="-28575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1143000"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6002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20574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25146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971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3429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886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3075">
                <a:tc vMerge="1">
                  <a:txBody>
                    <a:bodyPr/>
                    <a:lstStyle/>
                    <a:p>
                      <a:endParaRPr lang="zh-CN" altLang="en-US"/>
                    </a:p>
                  </a:txBody>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检波指示值</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473075">
                <a:tc rowSpan="2">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1" i="0" u="none" strike="noStrike" cap="none" normalizeH="0" baseline="0" dirty="0" smtClean="0">
                          <a:ln>
                            <a:noFill/>
                          </a:ln>
                          <a:solidFill>
                            <a:srgbClr val="004098"/>
                          </a:solidFill>
                          <a:effectLst/>
                          <a:latin typeface="+mn-lt"/>
                          <a:ea typeface="+mn-ea"/>
                          <a:cs typeface="+mn-ea"/>
                          <a:sym typeface="+mn-lt"/>
                        </a:rPr>
                        <a:t>匹配</a:t>
                      </a:r>
                    </a:p>
                  </a:txBody>
                  <a:tcPr marL="108003" marR="108003" anchor="ctr" horzOverflow="overflow">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探针位置（</a:t>
                      </a:r>
                      <a:r>
                        <a:rPr kumimoji="0" lang="en-US" altLang="zh-CN" sz="1400" b="0" i="0" u="none" strike="noStrike" cap="none" normalizeH="0" baseline="0" smtClean="0">
                          <a:ln>
                            <a:noFill/>
                          </a:ln>
                          <a:solidFill>
                            <a:srgbClr val="000000"/>
                          </a:solidFill>
                          <a:effectLst/>
                          <a:latin typeface="+mn-lt"/>
                          <a:ea typeface="+mn-ea"/>
                          <a:cs typeface="+mn-ea"/>
                          <a:sym typeface="+mn-lt"/>
                        </a:rPr>
                        <a:t>mm</a:t>
                      </a: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rowSpan="2">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3075">
                <a:tc vMerge="1">
                  <a:txBody>
                    <a:bodyPr/>
                    <a:lstStyle/>
                    <a:p>
                      <a:endParaRPr lang="zh-CN" altLang="en-US"/>
                    </a:p>
                  </a:txBody>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smtClean="0">
                          <a:ln>
                            <a:noFill/>
                          </a:ln>
                          <a:solidFill>
                            <a:srgbClr val="000000"/>
                          </a:solidFill>
                          <a:effectLst/>
                          <a:latin typeface="+mn-lt"/>
                          <a:ea typeface="+mn-ea"/>
                          <a:cs typeface="+mn-ea"/>
                          <a:sym typeface="+mn-lt"/>
                        </a:rPr>
                        <a:t>检波指示值</a:t>
                      </a:r>
                      <a:endParaRPr kumimoji="0" lang="zh-CN" altLang="en-US" sz="1400" b="0" i="0" u="none" strike="noStrike" cap="none" normalizeH="0" baseline="0" smtClean="0">
                        <a:ln>
                          <a:noFill/>
                        </a:ln>
                        <a:solidFill>
                          <a:schemeClr val="tx1"/>
                        </a:solidFill>
                        <a:effectLst/>
                        <a:latin typeface="+mn-lt"/>
                        <a:ea typeface="+mn-ea"/>
                        <a:cs typeface="+mn-ea"/>
                        <a:sym typeface="+mn-lt"/>
                      </a:endParaRPr>
                    </a:p>
                  </a:txBody>
                  <a:tcPr marL="108003" marR="108003"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indent="10953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0" marR="0" lvl="0" indent="109538"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zh-CN"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a:txBody>
                    <a:bodyPr/>
                    <a:lstStyle>
                      <a:lvl1pPr marL="365125" indent="-255588">
                        <a:spcBef>
                          <a:spcPts val="400"/>
                        </a:spcBef>
                        <a:buClr>
                          <a:schemeClr val="accent1"/>
                        </a:buClr>
                        <a:buSzPct val="68000"/>
                        <a:buFont typeface="Wingdings 3" panose="05040102010807070707" pitchFamily="18" charset="2"/>
                        <a:defRPr sz="2300">
                          <a:solidFill>
                            <a:schemeClr val="tx1"/>
                          </a:solidFill>
                          <a:latin typeface="Lucida Sans Unicode" panose="020B0602030504020204" pitchFamily="34" charset="0"/>
                          <a:ea typeface="黑体" panose="02010609060101010101" pitchFamily="49" charset="-122"/>
                        </a:defRPr>
                      </a:lvl1pPr>
                      <a:lvl2pPr marL="620713" indent="-228600">
                        <a:spcBef>
                          <a:spcPts val="325"/>
                        </a:spcBef>
                        <a:buClr>
                          <a:schemeClr val="accent1"/>
                        </a:buClr>
                        <a:buFont typeface="Verdana" panose="020B0604030504040204" pitchFamily="34" charset="0"/>
                        <a:defRPr sz="2100">
                          <a:solidFill>
                            <a:schemeClr val="tx1"/>
                          </a:solidFill>
                          <a:latin typeface="Lucida Sans Unicode" panose="020B0602030504020204" pitchFamily="34" charset="0"/>
                          <a:ea typeface="黑体" panose="02010609060101010101" pitchFamily="49" charset="-122"/>
                        </a:defRPr>
                      </a:lvl2pPr>
                      <a:lvl3pPr marL="858838" indent="-228600">
                        <a:spcBef>
                          <a:spcPts val="350"/>
                        </a:spcBef>
                        <a:buClr>
                          <a:schemeClr val="accent2"/>
                        </a:buClr>
                        <a:buSzPct val="100000"/>
                        <a:buFont typeface="Wingdings 2" panose="05020102010507070707" pitchFamily="18" charset="2"/>
                        <a:defRPr sz="1900">
                          <a:solidFill>
                            <a:schemeClr val="tx1"/>
                          </a:solidFill>
                          <a:latin typeface="Lucida Sans Unicode" panose="020B0602030504020204" pitchFamily="34" charset="0"/>
                          <a:ea typeface="黑体" panose="02010609060101010101" pitchFamily="49" charset="-122"/>
                        </a:defRPr>
                      </a:lvl3pPr>
                      <a:lvl4pPr marL="1143000" indent="-228600">
                        <a:spcBef>
                          <a:spcPts val="350"/>
                        </a:spcBef>
                        <a:buClr>
                          <a:schemeClr val="accent2"/>
                        </a:buClr>
                        <a:buFont typeface="Wingdings 2" panose="05020102010507070707" pitchFamily="18" charset="2"/>
                        <a:defRPr sz="1700">
                          <a:solidFill>
                            <a:schemeClr val="tx1"/>
                          </a:solidFill>
                          <a:latin typeface="Lucida Sans Unicode" panose="020B0602030504020204" pitchFamily="34" charset="0"/>
                          <a:ea typeface="黑体" panose="02010609060101010101" pitchFamily="49" charset="-122"/>
                        </a:defRPr>
                      </a:lvl4pPr>
                      <a:lvl5pPr marL="1371600" indent="-228600">
                        <a:spcBef>
                          <a:spcPts val="350"/>
                        </a:spcBef>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5pPr>
                      <a:lvl6pPr marL="18288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6pPr>
                      <a:lvl7pPr marL="22860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7pPr>
                      <a:lvl8pPr marL="27432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8pPr>
                      <a:lvl9pPr marL="3200400" indent="-228600" fontAlgn="base">
                        <a:spcBef>
                          <a:spcPts val="350"/>
                        </a:spcBef>
                        <a:spcAft>
                          <a:spcPct val="0"/>
                        </a:spcAft>
                        <a:buClr>
                          <a:schemeClr val="accent2"/>
                        </a:buClr>
                        <a:buFont typeface="Wingdings 2" panose="05020102010507070707" pitchFamily="18" charset="2"/>
                        <a:defRPr sz="1600">
                          <a:solidFill>
                            <a:schemeClr val="tx1"/>
                          </a:solidFill>
                          <a:latin typeface="Lucida Sans Unicode" panose="020B0602030504020204" pitchFamily="34" charset="0"/>
                          <a:ea typeface="黑体" panose="02010609060101010101" pitchFamily="49" charset="-122"/>
                        </a:defRPr>
                      </a:lvl9pPr>
                    </a:lstStyle>
                    <a:p>
                      <a:pPr marL="365125" marR="0" lvl="0" indent="-255588" algn="l" defTabSz="914400" rtl="0" eaLnBrk="1" fontAlgn="base" latinLnBrk="0" hangingPunct="1">
                        <a:lnSpc>
                          <a:spcPct val="100000"/>
                        </a:lnSpc>
                        <a:spcBef>
                          <a:spcPct val="0"/>
                        </a:spcBef>
                        <a:spcAft>
                          <a:spcPct val="0"/>
                        </a:spcAft>
                        <a:buClr>
                          <a:schemeClr val="accent1"/>
                        </a:buClr>
                        <a:buSzPct val="68000"/>
                        <a:buFont typeface="Wingdings 3" panose="05040102010807070707" pitchFamily="18" charset="2"/>
                        <a:buNone/>
                        <a:tabLst/>
                      </a:pPr>
                      <a:r>
                        <a:rPr kumimoji="0" lang="zh-CN" altLang="en-US" sz="1400" b="0" i="0" u="none" strike="noStrike" cap="none" normalizeH="0" baseline="0" dirty="0" smtClean="0">
                          <a:ln>
                            <a:noFill/>
                          </a:ln>
                          <a:solidFill>
                            <a:srgbClr val="000000"/>
                          </a:solidFill>
                          <a:effectLst/>
                          <a:latin typeface="+mn-lt"/>
                          <a:ea typeface="+mn-ea"/>
                          <a:cs typeface="+mn-ea"/>
                          <a:sym typeface="+mn-lt"/>
                        </a:rPr>
                        <a:t>．．．</a:t>
                      </a:r>
                      <a:endParaRPr kumimoji="0" lang="zh-CN" altLang="en-US" sz="1400" b="0" i="0" u="none" strike="noStrike" cap="none" normalizeH="0" baseline="0" dirty="0" smtClean="0">
                        <a:ln>
                          <a:noFill/>
                        </a:ln>
                        <a:solidFill>
                          <a:schemeClr val="tx1"/>
                        </a:solidFill>
                        <a:effectLst/>
                        <a:latin typeface="+mn-lt"/>
                        <a:ea typeface="+mn-ea"/>
                        <a:cs typeface="+mn-ea"/>
                        <a:sym typeface="+mn-lt"/>
                      </a:endParaRPr>
                    </a:p>
                  </a:txBody>
                  <a:tcPr marL="108003" marR="108003"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rgbClr val="004098"/>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2" name="日期占位符 1"/>
          <p:cNvSpPr>
            <a:spLocks noGrp="1"/>
          </p:cNvSpPr>
          <p:nvPr>
            <p:ph type="dt" sz="half" idx="10"/>
          </p:nvPr>
        </p:nvSpPr>
        <p:spPr/>
        <p:txBody>
          <a:bodyPr/>
          <a:lstStyle/>
          <a:p>
            <a:fld id="{E417EAE7-B360-4790-9A87-30C89B400B3C}" type="datetime1">
              <a:rPr lang="zh-CN" altLang="en-US" smtClean="0"/>
              <a:t>2019/4/8</a:t>
            </a:fld>
            <a:endParaRPr lang="zh-CN" altLang="en-US"/>
          </a:p>
        </p:txBody>
      </p:sp>
      <p:sp>
        <p:nvSpPr>
          <p:cNvPr id="3" name="页脚占位符 2"/>
          <p:cNvSpPr>
            <a:spLocks noGrp="1"/>
          </p:cNvSpPr>
          <p:nvPr>
            <p:ph type="ftr" sz="quarter" idx="11"/>
          </p:nvPr>
        </p:nvSpPr>
        <p:spPr/>
        <p:txBody>
          <a:bodyPr/>
          <a:lstStyle/>
          <a:p>
            <a:r>
              <a:rPr lang="zh-CN" altLang="en-US" smtClean="0"/>
              <a:t>微波技术基础实验</a:t>
            </a:r>
            <a:endParaRPr lang="zh-CN" altLang="en-US"/>
          </a:p>
        </p:txBody>
      </p:sp>
      <p:sp>
        <p:nvSpPr>
          <p:cNvPr id="4" name="灯片编号占位符 3"/>
          <p:cNvSpPr>
            <a:spLocks noGrp="1"/>
          </p:cNvSpPr>
          <p:nvPr>
            <p:ph type="sldNum" sz="quarter" idx="12"/>
          </p:nvPr>
        </p:nvSpPr>
        <p:spPr/>
        <p:txBody>
          <a:bodyPr/>
          <a:lstStyle/>
          <a:p>
            <a:fld id="{EF906490-237C-474C-BA2E-D98840BC1F8F}" type="slidenum">
              <a:rPr lang="zh-CN" altLang="en-US" smtClean="0"/>
              <a:t>17</a:t>
            </a:fld>
            <a:endParaRPr lang="zh-CN" altLang="en-US"/>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Grp="1" noChangeArrowheads="1"/>
          </p:cNvSpPr>
          <p:nvPr>
            <p:ph type="title"/>
          </p:nvPr>
        </p:nvSpPr>
        <p:spPr bwMode="auto"/>
        <p:txBody>
          <a:bodyPr>
            <a:normAutofit/>
          </a:bodyPr>
          <a:lstStyle/>
          <a:p>
            <a:r>
              <a:rPr lang="zh-CN" altLang="en-US" dirty="0" smtClean="0">
                <a:latin typeface="+mn-lt"/>
                <a:ea typeface="+mn-ea"/>
                <a:cs typeface="+mn-ea"/>
                <a:sym typeface="+mn-lt"/>
              </a:rPr>
              <a:t>实验报告处理要求</a:t>
            </a:r>
            <a:endParaRPr lang="zh-CN" altLang="en-US" dirty="0">
              <a:latin typeface="+mn-lt"/>
              <a:ea typeface="+mn-ea"/>
              <a:cs typeface="+mn-ea"/>
              <a:sym typeface="+mn-lt"/>
            </a:endParaRPr>
          </a:p>
        </p:txBody>
      </p:sp>
      <p:sp>
        <p:nvSpPr>
          <p:cNvPr id="17411" name="Rectangle 8"/>
          <p:cNvSpPr>
            <a:spLocks noGrp="1" noChangeArrowheads="1"/>
          </p:cNvSpPr>
          <p:nvPr>
            <p:ph idx="1"/>
          </p:nvPr>
        </p:nvSpPr>
        <p:spPr/>
        <p:txBody>
          <a:bodyPr>
            <a:normAutofit/>
          </a:bodyPr>
          <a:lstStyle/>
          <a:p>
            <a:pPr marL="457200" indent="-457200">
              <a:buFont typeface="+mj-lt"/>
              <a:buAutoNum type="arabicPeriod"/>
            </a:pPr>
            <a:r>
              <a:rPr lang="zh-CN" altLang="en-US" sz="2400" dirty="0">
                <a:cs typeface="+mn-ea"/>
                <a:sym typeface="+mn-lt"/>
              </a:rPr>
              <a:t>根据测量数据，在同一坐标系下，描绘四种负载的驻波分布；</a:t>
            </a:r>
          </a:p>
          <a:p>
            <a:pPr marL="457200" indent="-457200">
              <a:buFont typeface="+mj-lt"/>
              <a:buAutoNum type="arabicPeriod"/>
            </a:pPr>
            <a:r>
              <a:rPr lang="zh-CN" altLang="en-US" sz="2400" dirty="0">
                <a:cs typeface="+mn-ea"/>
                <a:sym typeface="+mn-lt"/>
              </a:rPr>
              <a:t>根据测量数据，运用公式计算待测负载的驻波比，并与直接法测量的数据作比较。</a:t>
            </a:r>
          </a:p>
        </p:txBody>
      </p:sp>
      <p:sp>
        <p:nvSpPr>
          <p:cNvPr id="2" name="日期占位符 1"/>
          <p:cNvSpPr>
            <a:spLocks noGrp="1"/>
          </p:cNvSpPr>
          <p:nvPr>
            <p:ph type="dt" sz="half" idx="10"/>
          </p:nvPr>
        </p:nvSpPr>
        <p:spPr/>
        <p:txBody>
          <a:bodyPr/>
          <a:lstStyle/>
          <a:p>
            <a:fld id="{3AE25C7E-8014-4A93-912F-B5ADFD53360B}" type="datetime1">
              <a:rPr lang="zh-CN" altLang="en-US" smtClean="0"/>
              <a:t>2019/4/8</a:t>
            </a:fld>
            <a:endParaRPr lang="zh-CN" altLang="en-US"/>
          </a:p>
        </p:txBody>
      </p:sp>
      <p:sp>
        <p:nvSpPr>
          <p:cNvPr id="3" name="页脚占位符 2"/>
          <p:cNvSpPr>
            <a:spLocks noGrp="1"/>
          </p:cNvSpPr>
          <p:nvPr>
            <p:ph type="ftr" sz="quarter" idx="11"/>
          </p:nvPr>
        </p:nvSpPr>
        <p:spPr/>
        <p:txBody>
          <a:bodyPr/>
          <a:lstStyle/>
          <a:p>
            <a:r>
              <a:rPr lang="zh-CN" altLang="en-US" smtClean="0"/>
              <a:t>微波技术基础实验</a:t>
            </a:r>
            <a:endParaRPr lang="zh-CN" altLang="en-US"/>
          </a:p>
        </p:txBody>
      </p:sp>
      <p:sp>
        <p:nvSpPr>
          <p:cNvPr id="4" name="灯片编号占位符 3"/>
          <p:cNvSpPr>
            <a:spLocks noGrp="1"/>
          </p:cNvSpPr>
          <p:nvPr>
            <p:ph type="sldNum" sz="quarter" idx="12"/>
          </p:nvPr>
        </p:nvSpPr>
        <p:spPr/>
        <p:txBody>
          <a:bodyPr/>
          <a:lstStyle/>
          <a:p>
            <a:fld id="{EF906490-237C-474C-BA2E-D98840BC1F8F}" type="slidenum">
              <a:rPr lang="zh-CN" altLang="en-US" smtClean="0"/>
              <a:t>18</a:t>
            </a:fld>
            <a:endParaRPr lang="zh-CN" altLang="en-US"/>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p:txBody>
          <a:bodyPr>
            <a:normAutofit/>
          </a:bodyPr>
          <a:lstStyle/>
          <a:p>
            <a:r>
              <a:rPr lang="zh-CN" altLang="en-US" dirty="0" smtClean="0">
                <a:latin typeface="+mn-lt"/>
                <a:ea typeface="+mn-ea"/>
                <a:cs typeface="+mn-ea"/>
                <a:sym typeface="+mn-lt"/>
              </a:rPr>
              <a:t>实验报告思考题</a:t>
            </a:r>
            <a:endParaRPr lang="zh-CN" altLang="en-US" dirty="0">
              <a:latin typeface="+mn-lt"/>
              <a:ea typeface="+mn-ea"/>
              <a:cs typeface="+mn-ea"/>
              <a:sym typeface="+mn-lt"/>
            </a:endParaRPr>
          </a:p>
        </p:txBody>
      </p:sp>
      <p:sp>
        <p:nvSpPr>
          <p:cNvPr id="18435" name="Rectangle 3"/>
          <p:cNvSpPr>
            <a:spLocks noGrp="1" noChangeArrowheads="1"/>
          </p:cNvSpPr>
          <p:nvPr>
            <p:ph idx="1"/>
          </p:nvPr>
        </p:nvSpPr>
        <p:spPr/>
        <p:txBody>
          <a:bodyPr>
            <a:normAutofit/>
          </a:bodyPr>
          <a:lstStyle/>
          <a:p>
            <a:pPr marL="457200" indent="-457200">
              <a:buFont typeface="+mj-lt"/>
              <a:buAutoNum type="arabicPeriod"/>
            </a:pPr>
            <a:r>
              <a:rPr lang="zh-CN" altLang="en-US" sz="2400" dirty="0">
                <a:cs typeface="+mn-ea"/>
                <a:sym typeface="+mn-lt"/>
              </a:rPr>
              <a:t>简述测量线探针电路的引入会对测量结果产生哪些影响？能否消除？</a:t>
            </a:r>
            <a:endParaRPr lang="en-US" altLang="zh-CN" sz="2400" dirty="0">
              <a:cs typeface="+mn-ea"/>
              <a:sym typeface="+mn-lt"/>
            </a:endParaRPr>
          </a:p>
          <a:p>
            <a:pPr marL="457200" indent="-457200">
              <a:buFont typeface="+mj-lt"/>
              <a:buAutoNum type="arabicPeriod"/>
            </a:pPr>
            <a:r>
              <a:rPr lang="zh-CN" altLang="en-US" sz="2400" dirty="0">
                <a:cs typeface="+mn-ea"/>
                <a:sym typeface="+mn-lt"/>
              </a:rPr>
              <a:t>你在实验中遇到哪些问题？是如何理解及处理的？</a:t>
            </a:r>
          </a:p>
          <a:p>
            <a:pPr marL="457200" indent="-457200">
              <a:buFont typeface="+mj-lt"/>
              <a:buAutoNum type="arabicPeriod"/>
            </a:pPr>
            <a:r>
              <a:rPr lang="zh-CN" altLang="en-US" sz="2400" dirty="0">
                <a:cs typeface="+mn-ea"/>
                <a:sym typeface="+mn-lt"/>
              </a:rPr>
              <a:t>理解测量线终端</a:t>
            </a:r>
            <a:r>
              <a:rPr lang="zh-CN" altLang="en-US" sz="2400" dirty="0" smtClean="0">
                <a:cs typeface="+mn-ea"/>
                <a:sym typeface="+mn-lt"/>
              </a:rPr>
              <a:t>开路及</a:t>
            </a:r>
            <a:r>
              <a:rPr lang="zh-CN" altLang="en-US" sz="2400" dirty="0">
                <a:cs typeface="+mn-ea"/>
                <a:sym typeface="+mn-lt"/>
              </a:rPr>
              <a:t>测量线终端开口的区别，并从驻波分布、阻抗特性，驻波比方面加以说明。</a:t>
            </a:r>
          </a:p>
        </p:txBody>
      </p:sp>
      <p:sp>
        <p:nvSpPr>
          <p:cNvPr id="2" name="日期占位符 1"/>
          <p:cNvSpPr>
            <a:spLocks noGrp="1"/>
          </p:cNvSpPr>
          <p:nvPr>
            <p:ph type="dt" sz="half" idx="10"/>
          </p:nvPr>
        </p:nvSpPr>
        <p:spPr/>
        <p:txBody>
          <a:bodyPr/>
          <a:lstStyle/>
          <a:p>
            <a:fld id="{6ABF5A20-D461-4D51-8B2E-84B9466637A5}" type="datetime1">
              <a:rPr lang="zh-CN" altLang="en-US" smtClean="0"/>
              <a:t>2019/4/8</a:t>
            </a:fld>
            <a:endParaRPr lang="zh-CN" altLang="en-US"/>
          </a:p>
        </p:txBody>
      </p:sp>
      <p:sp>
        <p:nvSpPr>
          <p:cNvPr id="3" name="页脚占位符 2"/>
          <p:cNvSpPr>
            <a:spLocks noGrp="1"/>
          </p:cNvSpPr>
          <p:nvPr>
            <p:ph type="ftr" sz="quarter" idx="11"/>
          </p:nvPr>
        </p:nvSpPr>
        <p:spPr/>
        <p:txBody>
          <a:bodyPr/>
          <a:lstStyle/>
          <a:p>
            <a:r>
              <a:rPr lang="zh-CN" altLang="en-US" smtClean="0"/>
              <a:t>微波技术基础实验</a:t>
            </a:r>
            <a:endParaRPr lang="zh-CN" altLang="en-US"/>
          </a:p>
        </p:txBody>
      </p:sp>
      <p:sp>
        <p:nvSpPr>
          <p:cNvPr id="4" name="灯片编号占位符 3"/>
          <p:cNvSpPr>
            <a:spLocks noGrp="1"/>
          </p:cNvSpPr>
          <p:nvPr>
            <p:ph type="sldNum" sz="quarter" idx="12"/>
          </p:nvPr>
        </p:nvSpPr>
        <p:spPr/>
        <p:txBody>
          <a:bodyPr/>
          <a:lstStyle/>
          <a:p>
            <a:fld id="{EF906490-237C-474C-BA2E-D98840BC1F8F}" type="slidenum">
              <a:rPr lang="zh-CN" altLang="en-US" smtClean="0"/>
              <a:t>19</a:t>
            </a:fld>
            <a:endParaRPr lang="zh-CN" altLang="en-US"/>
          </a:p>
        </p:txBody>
      </p:sp>
    </p:spTree>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xefgtym5">
      <a:majorFont>
        <a:latin typeface="Arial" panose="020B0606020104020203"/>
        <a:ea typeface="DengXian"/>
        <a:cs typeface=""/>
      </a:majorFont>
      <a:minorFont>
        <a:latin typeface="Arial" panose="020B0602020104020603"/>
        <a:ea typeface="DengXian"/>
        <a:cs typeface=""/>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876</TotalTime>
  <Words>1104</Words>
  <Application>Microsoft Office PowerPoint</Application>
  <PresentationFormat>宽屏</PresentationFormat>
  <Paragraphs>212</Paragraphs>
  <Slides>19</Slides>
  <Notes>19</Notes>
  <HiddenSlides>1</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27" baseType="lpstr">
      <vt:lpstr>Tw Cen MT</vt:lpstr>
      <vt:lpstr>DengXian</vt:lpstr>
      <vt:lpstr>DengXian</vt:lpstr>
      <vt:lpstr>Arial</vt:lpstr>
      <vt:lpstr>Wingdings</vt:lpstr>
      <vt:lpstr>Wingdings 3</vt:lpstr>
      <vt:lpstr>积分</vt:lpstr>
      <vt:lpstr>公式</vt:lpstr>
      <vt:lpstr>驻波分布特性的测量</vt:lpstr>
      <vt:lpstr>实验目的</vt:lpstr>
      <vt:lpstr>测量线探针等效电路</vt:lpstr>
      <vt:lpstr>测量线调整原理</vt:lpstr>
      <vt:lpstr>测量线调整方法</vt:lpstr>
      <vt:lpstr>驻波分布终端阻抗</vt:lpstr>
      <vt:lpstr>短路活塞确定等效开路面的方法</vt:lpstr>
      <vt:lpstr>驻波分布测量方法</vt:lpstr>
      <vt:lpstr>驻波比测量原理</vt:lpstr>
      <vt:lpstr>驻波比测量方法——直接法</vt:lpstr>
      <vt:lpstr>直接法测量步骤</vt:lpstr>
      <vt:lpstr>测量系统框图</vt:lpstr>
      <vt:lpstr>测量要求</vt:lpstr>
      <vt:lpstr>测量要求</vt:lpstr>
      <vt:lpstr>驻波分布测量要求</vt:lpstr>
      <vt:lpstr>驻波比测量</vt:lpstr>
      <vt:lpstr>实验数据记录</vt:lpstr>
      <vt:lpstr>实验报告处理要求</vt:lpstr>
      <vt:lpstr>实验报告思考题</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实验二</dc:title>
  <dc:creator>微软用户</dc:creator>
  <cp:lastModifiedBy>king zong</cp:lastModifiedBy>
  <cp:revision>205</cp:revision>
  <dcterms:created xsi:type="dcterms:W3CDTF">2008-04-07T04:12:25Z</dcterms:created>
  <dcterms:modified xsi:type="dcterms:W3CDTF">2019-04-08T02:17:48Z</dcterms:modified>
</cp:coreProperties>
</file>